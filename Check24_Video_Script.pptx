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7"/>
  </p:notesMasterIdLst>
  <p:sldIdLst>
    <p:sldId id="256" r:id="rId2"/>
    <p:sldId id="303" r:id="rId3"/>
    <p:sldId id="304" r:id="rId4"/>
    <p:sldId id="305" r:id="rId5"/>
    <p:sldId id="260" r:id="rId6"/>
  </p:sldIdLst>
  <p:sldSz cx="9144000" cy="5143500" type="screen16x9"/>
  <p:notesSz cx="6858000" cy="9144000"/>
  <p:embeddedFontLst>
    <p:embeddedFont>
      <p:font typeface="Albert Sans" panose="020B0604020202020204" charset="0"/>
      <p:regular r:id="rId8"/>
      <p:bold r:id="rId9"/>
      <p:italic r:id="rId10"/>
      <p:boldItalic r:id="rId11"/>
    </p:embeddedFont>
    <p:embeddedFont>
      <p:font typeface="Karla" pitchFamily="2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 ExtraBold" panose="00000900000000000000" pitchFamily="2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BDD607-6A3F-44BF-B740-135294AF0CAF}">
  <a:tblStyle styleId="{34BDD607-6A3F-44BF-B740-135294AF0C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625" autoAdjust="0"/>
  </p:normalViewPr>
  <p:slideViewPr>
    <p:cSldViewPr snapToGrid="0">
      <p:cViewPr varScale="1">
        <p:scale>
          <a:sx n="51" d="100"/>
          <a:sy n="51" d="100"/>
        </p:scale>
        <p:origin x="712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FFA016AA-46EC-4023-440D-FAE90FCF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54dda1946d_6_322:notes">
            <a:extLst>
              <a:ext uri="{FF2B5EF4-FFF2-40B4-BE49-F238E27FC236}">
                <a16:creationId xmlns:a16="http://schemas.microsoft.com/office/drawing/2014/main" id="{68B59777-C826-A88A-20C3-198634162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54dda1946d_6_322:notes">
            <a:extLst>
              <a:ext uri="{FF2B5EF4-FFF2-40B4-BE49-F238E27FC236}">
                <a16:creationId xmlns:a16="http://schemas.microsoft.com/office/drawing/2014/main" id="{963FA26A-C63F-580E-7483-539DFCBB0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6064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>
          <a:extLst>
            <a:ext uri="{FF2B5EF4-FFF2-40B4-BE49-F238E27FC236}">
              <a16:creationId xmlns:a16="http://schemas.microsoft.com/office/drawing/2014/main" id="{94DB6C73-EEEA-4673-8831-746FABA5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d5260bdd85_0_256:notes">
            <a:extLst>
              <a:ext uri="{FF2B5EF4-FFF2-40B4-BE49-F238E27FC236}">
                <a16:creationId xmlns:a16="http://schemas.microsoft.com/office/drawing/2014/main" id="{C959BC39-443E-EFDF-5C5A-DE23F019B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d5260bdd85_0_256:notes">
            <a:extLst>
              <a:ext uri="{FF2B5EF4-FFF2-40B4-BE49-F238E27FC236}">
                <a16:creationId xmlns:a16="http://schemas.microsoft.com/office/drawing/2014/main" id="{83B109DC-2FF3-9729-A077-BF358E4DD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991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>
          <a:extLst>
            <a:ext uri="{FF2B5EF4-FFF2-40B4-BE49-F238E27FC236}">
              <a16:creationId xmlns:a16="http://schemas.microsoft.com/office/drawing/2014/main" id="{51544B9C-EA33-0808-AA07-DA49026B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d5260bdd85_0_256:notes">
            <a:extLst>
              <a:ext uri="{FF2B5EF4-FFF2-40B4-BE49-F238E27FC236}">
                <a16:creationId xmlns:a16="http://schemas.microsoft.com/office/drawing/2014/main" id="{F84F175B-D20B-45BD-96EC-8DA2E7FE1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d5260bdd85_0_256:notes">
            <a:extLst>
              <a:ext uri="{FF2B5EF4-FFF2-40B4-BE49-F238E27FC236}">
                <a16:creationId xmlns:a16="http://schemas.microsoft.com/office/drawing/2014/main" id="{99EE9CD4-F803-C3F3-D012-2126C3DCE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454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313" y="790150"/>
            <a:ext cx="4683900" cy="15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336050"/>
            <a:ext cx="4683900" cy="3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719668" y="0"/>
            <a:ext cx="2433300" cy="51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19725" y="790150"/>
            <a:ext cx="193500" cy="19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262875" y="-369875"/>
            <a:ext cx="9204625" cy="5966075"/>
            <a:chOff x="262875" y="-369875"/>
            <a:chExt cx="9204625" cy="5966075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262875" y="3299100"/>
              <a:ext cx="3199575" cy="2297100"/>
              <a:chOff x="262875" y="3299100"/>
              <a:chExt cx="3199575" cy="22971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088925" y="3299100"/>
                <a:ext cx="373525" cy="616325"/>
              </a:xfrm>
              <a:custGeom>
                <a:avLst/>
                <a:gdLst/>
                <a:ahLst/>
                <a:cxnLst/>
                <a:rect l="l" t="t" r="r" b="b"/>
                <a:pathLst>
                  <a:path w="14941" h="24653" extrusionOk="0">
                    <a:moveTo>
                      <a:pt x="0" y="0"/>
                    </a:moveTo>
                    <a:lnTo>
                      <a:pt x="5322" y="19984"/>
                    </a:lnTo>
                    <a:lnTo>
                      <a:pt x="14941" y="2465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6" name="Google Shape;16;p2"/>
              <p:cNvCxnSpPr/>
              <p:nvPr/>
            </p:nvCxnSpPr>
            <p:spPr>
              <a:xfrm flipH="1">
                <a:off x="2764475" y="3798700"/>
                <a:ext cx="457500" cy="38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17" name="Google Shape;17;p2"/>
              <p:cNvSpPr/>
              <p:nvPr/>
            </p:nvSpPr>
            <p:spPr>
              <a:xfrm>
                <a:off x="2554150" y="4389100"/>
                <a:ext cx="768150" cy="693525"/>
              </a:xfrm>
              <a:custGeom>
                <a:avLst/>
                <a:gdLst/>
                <a:ahLst/>
                <a:cxnLst/>
                <a:rect l="l" t="t" r="r" b="b"/>
                <a:pathLst>
                  <a:path w="30726" h="27741" extrusionOk="0">
                    <a:moveTo>
                      <a:pt x="0" y="0"/>
                    </a:moveTo>
                    <a:lnTo>
                      <a:pt x="4565" y="14047"/>
                    </a:lnTo>
                    <a:lnTo>
                      <a:pt x="30726" y="2774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009850" y="3853600"/>
                <a:ext cx="1417775" cy="1593350"/>
              </a:xfrm>
              <a:custGeom>
                <a:avLst/>
                <a:gdLst/>
                <a:ahLst/>
                <a:cxnLst/>
                <a:rect l="l" t="t" r="r" b="b"/>
                <a:pathLst>
                  <a:path w="56711" h="63734" extrusionOk="0">
                    <a:moveTo>
                      <a:pt x="0" y="0"/>
                    </a:moveTo>
                    <a:lnTo>
                      <a:pt x="5619" y="19314"/>
                    </a:lnTo>
                    <a:lnTo>
                      <a:pt x="14398" y="24054"/>
                    </a:lnTo>
                    <a:lnTo>
                      <a:pt x="18260" y="40909"/>
                    </a:lnTo>
                    <a:lnTo>
                      <a:pt x="56711" y="6373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76275" y="3721925"/>
                <a:ext cx="1479225" cy="1874275"/>
              </a:xfrm>
              <a:custGeom>
                <a:avLst/>
                <a:gdLst/>
                <a:ahLst/>
                <a:cxnLst/>
                <a:rect l="l" t="t" r="r" b="b"/>
                <a:pathLst>
                  <a:path w="59169" h="74971" extrusionOk="0">
                    <a:moveTo>
                      <a:pt x="0" y="0"/>
                    </a:moveTo>
                    <a:lnTo>
                      <a:pt x="8076" y="28443"/>
                    </a:lnTo>
                    <a:lnTo>
                      <a:pt x="19313" y="35993"/>
                    </a:lnTo>
                    <a:lnTo>
                      <a:pt x="23351" y="51093"/>
                    </a:lnTo>
                    <a:lnTo>
                      <a:pt x="59169" y="7497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59450" y="4064300"/>
                <a:ext cx="904200" cy="544275"/>
              </a:xfrm>
              <a:custGeom>
                <a:avLst/>
                <a:gdLst/>
                <a:ahLst/>
                <a:cxnLst/>
                <a:rect l="l" t="t" r="r" b="b"/>
                <a:pathLst>
                  <a:path w="36168" h="21771" extrusionOk="0">
                    <a:moveTo>
                      <a:pt x="0" y="21771"/>
                    </a:moveTo>
                    <a:lnTo>
                      <a:pt x="11763" y="6672"/>
                    </a:lnTo>
                    <a:lnTo>
                      <a:pt x="36168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62875" y="4323275"/>
                <a:ext cx="14792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59169" h="22122" extrusionOk="0">
                    <a:moveTo>
                      <a:pt x="0" y="22122"/>
                    </a:moveTo>
                    <a:lnTo>
                      <a:pt x="15100" y="17909"/>
                    </a:lnTo>
                    <a:lnTo>
                      <a:pt x="18962" y="7550"/>
                    </a:lnTo>
                    <a:lnTo>
                      <a:pt x="46703" y="0"/>
                    </a:lnTo>
                    <a:lnTo>
                      <a:pt x="59169" y="790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98950" y="4810500"/>
                <a:ext cx="724250" cy="632075"/>
              </a:xfrm>
              <a:custGeom>
                <a:avLst/>
                <a:gdLst/>
                <a:ahLst/>
                <a:cxnLst/>
                <a:rect l="l" t="t" r="r" b="b"/>
                <a:pathLst>
                  <a:path w="28970" h="25283" extrusionOk="0">
                    <a:moveTo>
                      <a:pt x="28970" y="0"/>
                    </a:moveTo>
                    <a:lnTo>
                      <a:pt x="25107" y="25283"/>
                    </a:lnTo>
                    <a:lnTo>
                      <a:pt x="0" y="2106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382175" y="4648075"/>
                <a:ext cx="408225" cy="684750"/>
              </a:xfrm>
              <a:custGeom>
                <a:avLst/>
                <a:gdLst/>
                <a:ahLst/>
                <a:cxnLst/>
                <a:rect l="l" t="t" r="r" b="b"/>
                <a:pathLst>
                  <a:path w="16329" h="27390" extrusionOk="0">
                    <a:moveTo>
                      <a:pt x="0" y="0"/>
                    </a:moveTo>
                    <a:lnTo>
                      <a:pt x="16329" y="2739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24" name="Google Shape;24;p2"/>
              <p:cNvCxnSpPr/>
              <p:nvPr/>
            </p:nvCxnSpPr>
            <p:spPr>
              <a:xfrm rot="10800000" flipH="1">
                <a:off x="1562150" y="4775350"/>
                <a:ext cx="324900" cy="180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5" name="Google Shape;25;p2"/>
            <p:cNvGrpSpPr/>
            <p:nvPr/>
          </p:nvGrpSpPr>
          <p:grpSpPr>
            <a:xfrm>
              <a:off x="7038750" y="-369875"/>
              <a:ext cx="2428750" cy="1546200"/>
              <a:chOff x="7038750" y="-369875"/>
              <a:chExt cx="2428750" cy="15462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7038750" y="530475"/>
                <a:ext cx="611800" cy="333725"/>
              </a:xfrm>
              <a:custGeom>
                <a:avLst/>
                <a:gdLst/>
                <a:ahLst/>
                <a:cxnLst/>
                <a:rect l="l" t="t" r="r" b="b"/>
                <a:pathLst>
                  <a:path w="24472" h="13349" extrusionOk="0">
                    <a:moveTo>
                      <a:pt x="0" y="0"/>
                    </a:moveTo>
                    <a:lnTo>
                      <a:pt x="9455" y="10985"/>
                    </a:lnTo>
                    <a:lnTo>
                      <a:pt x="24472" y="1334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069650" y="-324700"/>
                <a:ext cx="1056775" cy="1115900"/>
              </a:xfrm>
              <a:custGeom>
                <a:avLst/>
                <a:gdLst/>
                <a:ahLst/>
                <a:cxnLst/>
                <a:rect l="l" t="t" r="r" b="b"/>
                <a:pathLst>
                  <a:path w="42271" h="44636" extrusionOk="0">
                    <a:moveTo>
                      <a:pt x="1390" y="0"/>
                    </a:moveTo>
                    <a:lnTo>
                      <a:pt x="0" y="13488"/>
                    </a:lnTo>
                    <a:lnTo>
                      <a:pt x="21831" y="35875"/>
                    </a:lnTo>
                    <a:lnTo>
                      <a:pt x="31008" y="34624"/>
                    </a:lnTo>
                    <a:lnTo>
                      <a:pt x="42271" y="4463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767975" y="-369875"/>
                <a:ext cx="611825" cy="1042875"/>
              </a:xfrm>
              <a:custGeom>
                <a:avLst/>
                <a:gdLst/>
                <a:ahLst/>
                <a:cxnLst/>
                <a:rect l="l" t="t" r="r" b="b"/>
                <a:pathLst>
                  <a:path w="24473" h="41715" extrusionOk="0">
                    <a:moveTo>
                      <a:pt x="0" y="0"/>
                    </a:moveTo>
                    <a:lnTo>
                      <a:pt x="1947" y="19189"/>
                    </a:lnTo>
                    <a:lnTo>
                      <a:pt x="24473" y="4171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382900" y="-116850"/>
                <a:ext cx="945550" cy="615300"/>
              </a:xfrm>
              <a:custGeom>
                <a:avLst/>
                <a:gdLst/>
                <a:ahLst/>
                <a:cxnLst/>
                <a:rect l="l" t="t" r="r" b="b"/>
                <a:pathLst>
                  <a:path w="37822" h="24612" extrusionOk="0">
                    <a:moveTo>
                      <a:pt x="0" y="10707"/>
                    </a:moveTo>
                    <a:lnTo>
                      <a:pt x="14600" y="24612"/>
                    </a:lnTo>
                    <a:lnTo>
                      <a:pt x="37822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661000" y="637500"/>
                <a:ext cx="806500" cy="538825"/>
              </a:xfrm>
              <a:custGeom>
                <a:avLst/>
                <a:gdLst/>
                <a:ahLst/>
                <a:cxnLst/>
                <a:rect l="l" t="t" r="r" b="b"/>
                <a:pathLst>
                  <a:path w="32260" h="21553" extrusionOk="0">
                    <a:moveTo>
                      <a:pt x="0" y="21553"/>
                    </a:moveTo>
                    <a:lnTo>
                      <a:pt x="8343" y="0"/>
                    </a:lnTo>
                    <a:lnTo>
                      <a:pt x="32260" y="820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/>
          <p:nvPr/>
        </p:nvSpPr>
        <p:spPr>
          <a:xfrm>
            <a:off x="0" y="0"/>
            <a:ext cx="1872600" cy="51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14"/>
          <p:cNvSpPr txBox="1">
            <a:spLocks noGrp="1"/>
          </p:cNvSpPr>
          <p:nvPr>
            <p:ph type="title"/>
          </p:nvPr>
        </p:nvSpPr>
        <p:spPr>
          <a:xfrm>
            <a:off x="2998375" y="3317950"/>
            <a:ext cx="54324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 b="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1" name="Google Shape;411;p14"/>
          <p:cNvSpPr txBox="1">
            <a:spLocks noGrp="1"/>
          </p:cNvSpPr>
          <p:nvPr>
            <p:ph type="subTitle" idx="1"/>
          </p:nvPr>
        </p:nvSpPr>
        <p:spPr>
          <a:xfrm>
            <a:off x="2998375" y="1098475"/>
            <a:ext cx="5432400" cy="218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Karla"/>
                <a:ea typeface="Karla"/>
                <a:cs typeface="Karla"/>
                <a:sym typeface="Karl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8430775" y="3797650"/>
            <a:ext cx="193500" cy="19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3" name="Google Shape;413;p14"/>
          <p:cNvGrpSpPr/>
          <p:nvPr/>
        </p:nvGrpSpPr>
        <p:grpSpPr>
          <a:xfrm>
            <a:off x="-1225382" y="-1044321"/>
            <a:ext cx="11092926" cy="7766619"/>
            <a:chOff x="-1225382" y="-1044321"/>
            <a:chExt cx="11092926" cy="7766619"/>
          </a:xfrm>
        </p:grpSpPr>
        <p:grpSp>
          <p:nvGrpSpPr>
            <p:cNvPr id="414" name="Google Shape;414;p14"/>
            <p:cNvGrpSpPr/>
            <p:nvPr/>
          </p:nvGrpSpPr>
          <p:grpSpPr>
            <a:xfrm rot="-2167228">
              <a:off x="7043995" y="4239283"/>
              <a:ext cx="2493108" cy="1934074"/>
              <a:chOff x="1492125" y="2531500"/>
              <a:chExt cx="2493045" cy="1934025"/>
            </a:xfrm>
          </p:grpSpPr>
          <p:grpSp>
            <p:nvGrpSpPr>
              <p:cNvPr id="415" name="Google Shape;415;p14"/>
              <p:cNvGrpSpPr/>
              <p:nvPr/>
            </p:nvGrpSpPr>
            <p:grpSpPr>
              <a:xfrm>
                <a:off x="2340575" y="2531500"/>
                <a:ext cx="487950" cy="452825"/>
                <a:chOff x="569950" y="4251125"/>
                <a:chExt cx="487950" cy="452825"/>
              </a:xfrm>
            </p:grpSpPr>
            <p:sp>
              <p:nvSpPr>
                <p:cNvPr id="416" name="Google Shape;416;p14"/>
                <p:cNvSpPr/>
                <p:nvPr/>
              </p:nvSpPr>
              <p:spPr>
                <a:xfrm>
                  <a:off x="569950" y="4454100"/>
                  <a:ext cx="487950" cy="2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8" h="9994" extrusionOk="0">
                      <a:moveTo>
                        <a:pt x="0" y="0"/>
                      </a:moveTo>
                      <a:lnTo>
                        <a:pt x="19518" y="9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417" name="Google Shape;417;p14"/>
                <p:cNvCxnSpPr/>
                <p:nvPr/>
              </p:nvCxnSpPr>
              <p:spPr>
                <a:xfrm rot="10800000" flipH="1">
                  <a:off x="799600" y="4251125"/>
                  <a:ext cx="171900" cy="327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sp>
            <p:nvSpPr>
              <p:cNvPr id="418" name="Google Shape;418;p14"/>
              <p:cNvSpPr/>
              <p:nvPr/>
            </p:nvSpPr>
            <p:spPr>
              <a:xfrm>
                <a:off x="1492125" y="2629325"/>
                <a:ext cx="1075650" cy="496175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19847" extrusionOk="0">
                    <a:moveTo>
                      <a:pt x="0" y="0"/>
                    </a:moveTo>
                    <a:lnTo>
                      <a:pt x="3187" y="10576"/>
                    </a:lnTo>
                    <a:lnTo>
                      <a:pt x="26221" y="19413"/>
                    </a:lnTo>
                    <a:lnTo>
                      <a:pt x="31871" y="14777"/>
                    </a:lnTo>
                    <a:lnTo>
                      <a:pt x="43026" y="1984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1644250" y="3255875"/>
                <a:ext cx="474425" cy="416500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6660" extrusionOk="0">
                    <a:moveTo>
                      <a:pt x="0" y="16660"/>
                    </a:moveTo>
                    <a:lnTo>
                      <a:pt x="15355" y="11735"/>
                    </a:lnTo>
                    <a:lnTo>
                      <a:pt x="18977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3330581" y="2866777"/>
                <a:ext cx="546875" cy="304225"/>
              </a:xfrm>
              <a:custGeom>
                <a:avLst/>
                <a:gdLst/>
                <a:ahLst/>
                <a:cxnLst/>
                <a:rect l="l" t="t" r="r" b="b"/>
                <a:pathLst>
                  <a:path w="21875" h="12169" extrusionOk="0">
                    <a:moveTo>
                      <a:pt x="0" y="12169"/>
                    </a:moveTo>
                    <a:lnTo>
                      <a:pt x="7099" y="0"/>
                    </a:lnTo>
                    <a:lnTo>
                      <a:pt x="21875" y="260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Google Shape;421;p14"/>
              <p:cNvSpPr/>
              <p:nvPr/>
            </p:nvSpPr>
            <p:spPr>
              <a:xfrm>
                <a:off x="3684570" y="3179693"/>
                <a:ext cx="300600" cy="532375"/>
              </a:xfrm>
              <a:custGeom>
                <a:avLst/>
                <a:gdLst/>
                <a:ahLst/>
                <a:cxnLst/>
                <a:rect l="l" t="t" r="r" b="b"/>
                <a:pathLst>
                  <a:path w="12024" h="21295" extrusionOk="0">
                    <a:moveTo>
                      <a:pt x="1883" y="0"/>
                    </a:moveTo>
                    <a:lnTo>
                      <a:pt x="12024" y="12603"/>
                    </a:lnTo>
                    <a:lnTo>
                      <a:pt x="0" y="2129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Google Shape;422;p14"/>
              <p:cNvSpPr/>
              <p:nvPr/>
            </p:nvSpPr>
            <p:spPr>
              <a:xfrm>
                <a:off x="2284526" y="3370811"/>
                <a:ext cx="1238625" cy="235400"/>
              </a:xfrm>
              <a:custGeom>
                <a:avLst/>
                <a:gdLst/>
                <a:ahLst/>
                <a:cxnLst/>
                <a:rect l="l" t="t" r="r" b="b"/>
                <a:pathLst>
                  <a:path w="49545" h="9416" extrusionOk="0">
                    <a:moveTo>
                      <a:pt x="0" y="9416"/>
                    </a:moveTo>
                    <a:lnTo>
                      <a:pt x="12604" y="8837"/>
                    </a:lnTo>
                    <a:lnTo>
                      <a:pt x="17094" y="724"/>
                    </a:lnTo>
                    <a:lnTo>
                      <a:pt x="43605" y="0"/>
                    </a:lnTo>
                    <a:lnTo>
                      <a:pt x="49545" y="695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2654675" y="3791900"/>
                <a:ext cx="956125" cy="220925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8837" extrusionOk="0">
                    <a:moveTo>
                      <a:pt x="0" y="2897"/>
                    </a:moveTo>
                    <a:lnTo>
                      <a:pt x="11300" y="8837"/>
                    </a:lnTo>
                    <a:lnTo>
                      <a:pt x="38245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2078850" y="3954875"/>
                <a:ext cx="1767375" cy="260750"/>
              </a:xfrm>
              <a:custGeom>
                <a:avLst/>
                <a:gdLst/>
                <a:ahLst/>
                <a:cxnLst/>
                <a:rect l="l" t="t" r="r" b="b"/>
                <a:pathLst>
                  <a:path w="70695" h="10430" extrusionOk="0">
                    <a:moveTo>
                      <a:pt x="0" y="0"/>
                    </a:moveTo>
                    <a:lnTo>
                      <a:pt x="15356" y="7678"/>
                    </a:lnTo>
                    <a:lnTo>
                      <a:pt x="25062" y="5070"/>
                    </a:lnTo>
                    <a:lnTo>
                      <a:pt x="36216" y="10430"/>
                    </a:lnTo>
                    <a:lnTo>
                      <a:pt x="70695" y="14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Google Shape;425;p14"/>
              <p:cNvSpPr/>
              <p:nvPr/>
            </p:nvSpPr>
            <p:spPr>
              <a:xfrm>
                <a:off x="1814450" y="4125075"/>
                <a:ext cx="1995550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13618" extrusionOk="0">
                    <a:moveTo>
                      <a:pt x="0" y="0"/>
                    </a:moveTo>
                    <a:lnTo>
                      <a:pt x="21151" y="11300"/>
                    </a:lnTo>
                    <a:lnTo>
                      <a:pt x="36217" y="7823"/>
                    </a:lnTo>
                    <a:lnTo>
                      <a:pt x="48096" y="13618"/>
                    </a:lnTo>
                    <a:lnTo>
                      <a:pt x="79822" y="521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6" name="Google Shape;426;p14"/>
            <p:cNvGrpSpPr/>
            <p:nvPr/>
          </p:nvGrpSpPr>
          <p:grpSpPr>
            <a:xfrm rot="247023" flipH="1">
              <a:off x="-1061822" y="-870067"/>
              <a:ext cx="5024535" cy="4736975"/>
              <a:chOff x="5159413" y="-1248123"/>
              <a:chExt cx="5024129" cy="4736592"/>
            </a:xfrm>
          </p:grpSpPr>
          <p:grpSp>
            <p:nvGrpSpPr>
              <p:cNvPr id="427" name="Google Shape;427;p14"/>
              <p:cNvGrpSpPr/>
              <p:nvPr/>
            </p:nvGrpSpPr>
            <p:grpSpPr>
              <a:xfrm>
                <a:off x="5159413" y="-1108055"/>
                <a:ext cx="1966152" cy="1790758"/>
                <a:chOff x="5020838" y="-1163530"/>
                <a:chExt cx="1966152" cy="1790758"/>
              </a:xfrm>
            </p:grpSpPr>
            <p:sp>
              <p:nvSpPr>
                <p:cNvPr id="428" name="Google Shape;428;p14"/>
                <p:cNvSpPr/>
                <p:nvPr/>
              </p:nvSpPr>
              <p:spPr>
                <a:xfrm>
                  <a:off x="6025847" y="-1163530"/>
                  <a:ext cx="655825" cy="147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33" h="59128" extrusionOk="0">
                      <a:moveTo>
                        <a:pt x="0" y="0"/>
                      </a:moveTo>
                      <a:lnTo>
                        <a:pt x="21652" y="41223"/>
                      </a:lnTo>
                      <a:lnTo>
                        <a:pt x="20195" y="45595"/>
                      </a:lnTo>
                      <a:lnTo>
                        <a:pt x="26233" y="5912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Google Shape;429;p14"/>
                <p:cNvSpPr/>
                <p:nvPr/>
              </p:nvSpPr>
              <p:spPr>
                <a:xfrm>
                  <a:off x="5649376" y="-679197"/>
                  <a:ext cx="864000" cy="130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60" h="52257" extrusionOk="0">
                      <a:moveTo>
                        <a:pt x="0" y="0"/>
                      </a:moveTo>
                      <a:lnTo>
                        <a:pt x="18529" y="36018"/>
                      </a:lnTo>
                      <a:lnTo>
                        <a:pt x="26649" y="38724"/>
                      </a:lnTo>
                      <a:lnTo>
                        <a:pt x="34560" y="5225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Google Shape;430;p14"/>
                <p:cNvSpPr/>
                <p:nvPr/>
              </p:nvSpPr>
              <p:spPr>
                <a:xfrm rot="-1355711">
                  <a:off x="5213477" y="-877907"/>
                  <a:ext cx="295286" cy="1061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2" h="42472" extrusionOk="0">
                      <a:moveTo>
                        <a:pt x="0" y="0"/>
                      </a:moveTo>
                      <a:lnTo>
                        <a:pt x="11812" y="20459"/>
                      </a:lnTo>
                      <a:lnTo>
                        <a:pt x="11812" y="4247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431" name="Google Shape;431;p14"/>
                <p:cNvCxnSpPr/>
                <p:nvPr/>
              </p:nvCxnSpPr>
              <p:spPr>
                <a:xfrm rot="247338">
                  <a:off x="6493035" y="-758439"/>
                  <a:ext cx="467409" cy="75615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cxnSp>
          </p:grpSp>
          <p:grpSp>
            <p:nvGrpSpPr>
              <p:cNvPr id="432" name="Google Shape;432;p14"/>
              <p:cNvGrpSpPr/>
              <p:nvPr/>
            </p:nvGrpSpPr>
            <p:grpSpPr>
              <a:xfrm rot="9900040">
                <a:off x="7594496" y="-1055542"/>
                <a:ext cx="2061066" cy="4351430"/>
                <a:chOff x="7055775" y="-1356623"/>
                <a:chExt cx="2061128" cy="4351560"/>
              </a:xfrm>
            </p:grpSpPr>
            <p:sp>
              <p:nvSpPr>
                <p:cNvPr id="433" name="Google Shape;433;p14"/>
                <p:cNvSpPr/>
                <p:nvPr/>
              </p:nvSpPr>
              <p:spPr>
                <a:xfrm>
                  <a:off x="7664474" y="1726707"/>
                  <a:ext cx="593375" cy="7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5" h="29356" extrusionOk="0">
                      <a:moveTo>
                        <a:pt x="0" y="29356"/>
                      </a:moveTo>
                      <a:lnTo>
                        <a:pt x="1458" y="0"/>
                      </a:lnTo>
                      <a:lnTo>
                        <a:pt x="23735" y="39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Google Shape;434;p14"/>
                <p:cNvSpPr/>
                <p:nvPr/>
              </p:nvSpPr>
              <p:spPr>
                <a:xfrm>
                  <a:off x="7384811" y="-193602"/>
                  <a:ext cx="775525" cy="43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21" h="17280" extrusionOk="0">
                      <a:moveTo>
                        <a:pt x="0" y="0"/>
                      </a:moveTo>
                      <a:lnTo>
                        <a:pt x="31021" y="1728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Google Shape;435;p14"/>
                <p:cNvSpPr/>
                <p:nvPr/>
              </p:nvSpPr>
              <p:spPr>
                <a:xfrm>
                  <a:off x="7685076" y="601412"/>
                  <a:ext cx="416400" cy="5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6" h="21028" extrusionOk="0">
                      <a:moveTo>
                        <a:pt x="0" y="21028"/>
                      </a:moveTo>
                      <a:lnTo>
                        <a:pt x="6662" y="0"/>
                      </a:lnTo>
                      <a:lnTo>
                        <a:pt x="16656" y="1270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436" name="Google Shape;436;p14"/>
                <p:cNvCxnSpPr/>
                <p:nvPr/>
              </p:nvCxnSpPr>
              <p:spPr>
                <a:xfrm rot="1147314">
                  <a:off x="7948209" y="2226283"/>
                  <a:ext cx="1099888" cy="605209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cxnSp>
            <p:cxnSp>
              <p:nvCxnSpPr>
                <p:cNvPr id="437" name="Google Shape;437;p14"/>
                <p:cNvCxnSpPr/>
                <p:nvPr/>
              </p:nvCxnSpPr>
              <p:spPr>
                <a:xfrm rot="1147156">
                  <a:off x="7237029" y="1334887"/>
                  <a:ext cx="1405954" cy="16223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</p:cxnSp>
            <p:sp>
              <p:nvSpPr>
                <p:cNvPr id="438" name="Google Shape;438;p14"/>
                <p:cNvSpPr/>
                <p:nvPr/>
              </p:nvSpPr>
              <p:spPr>
                <a:xfrm>
                  <a:off x="7279361" y="-1356623"/>
                  <a:ext cx="1431350" cy="9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54" h="37475" extrusionOk="0">
                      <a:moveTo>
                        <a:pt x="0" y="0"/>
                      </a:moveTo>
                      <a:lnTo>
                        <a:pt x="26233" y="12492"/>
                      </a:lnTo>
                      <a:lnTo>
                        <a:pt x="31854" y="25192"/>
                      </a:lnTo>
                      <a:lnTo>
                        <a:pt x="57254" y="3747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Google Shape;439;p14"/>
                <p:cNvSpPr/>
                <p:nvPr/>
              </p:nvSpPr>
              <p:spPr>
                <a:xfrm>
                  <a:off x="8275825" y="-192575"/>
                  <a:ext cx="265450" cy="165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8" h="66206" extrusionOk="0">
                      <a:moveTo>
                        <a:pt x="2498" y="0"/>
                      </a:moveTo>
                      <a:lnTo>
                        <a:pt x="6246" y="11867"/>
                      </a:lnTo>
                      <a:lnTo>
                        <a:pt x="0" y="28106"/>
                      </a:lnTo>
                      <a:lnTo>
                        <a:pt x="10618" y="6620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Google Shape;440;p14"/>
                <p:cNvSpPr/>
                <p:nvPr/>
              </p:nvSpPr>
              <p:spPr>
                <a:xfrm>
                  <a:off x="8551675" y="-171750"/>
                  <a:ext cx="208200" cy="142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8" h="57045" extrusionOk="0">
                      <a:moveTo>
                        <a:pt x="2082" y="0"/>
                      </a:moveTo>
                      <a:lnTo>
                        <a:pt x="5622" y="10201"/>
                      </a:lnTo>
                      <a:lnTo>
                        <a:pt x="0" y="28522"/>
                      </a:lnTo>
                      <a:lnTo>
                        <a:pt x="8328" y="57045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Google Shape;441;p14"/>
                <p:cNvSpPr/>
                <p:nvPr/>
              </p:nvSpPr>
              <p:spPr>
                <a:xfrm>
                  <a:off x="7055775" y="570638"/>
                  <a:ext cx="385175" cy="18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7" h="72037" extrusionOk="0">
                      <a:moveTo>
                        <a:pt x="5622" y="0"/>
                      </a:moveTo>
                      <a:lnTo>
                        <a:pt x="0" y="27482"/>
                      </a:lnTo>
                      <a:lnTo>
                        <a:pt x="15407" y="7203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/>
          <p:nvPr/>
        </p:nvSpPr>
        <p:spPr>
          <a:xfrm rot="-5400000">
            <a:off x="4112550" y="99450"/>
            <a:ext cx="931500" cy="915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85" name="Google Shape;485;p16"/>
          <p:cNvGrpSpPr/>
          <p:nvPr/>
        </p:nvGrpSpPr>
        <p:grpSpPr>
          <a:xfrm>
            <a:off x="-377266" y="2200959"/>
            <a:ext cx="9903452" cy="3179254"/>
            <a:chOff x="-377266" y="2200959"/>
            <a:chExt cx="9903452" cy="3179254"/>
          </a:xfrm>
        </p:grpSpPr>
        <p:grpSp>
          <p:nvGrpSpPr>
            <p:cNvPr id="486" name="Google Shape;486;p16"/>
            <p:cNvGrpSpPr/>
            <p:nvPr/>
          </p:nvGrpSpPr>
          <p:grpSpPr>
            <a:xfrm rot="-6333821">
              <a:off x="7476949" y="2412238"/>
              <a:ext cx="1375317" cy="2443752"/>
              <a:chOff x="-36389" y="2580339"/>
              <a:chExt cx="1375364" cy="2443836"/>
            </a:xfrm>
          </p:grpSpPr>
          <p:sp>
            <p:nvSpPr>
              <p:cNvPr id="487" name="Google Shape;487;p16"/>
              <p:cNvSpPr/>
              <p:nvPr/>
            </p:nvSpPr>
            <p:spPr>
              <a:xfrm rot="9278363">
                <a:off x="167862" y="2695495"/>
                <a:ext cx="792424" cy="1132038"/>
              </a:xfrm>
              <a:custGeom>
                <a:avLst/>
                <a:gdLst/>
                <a:ahLst/>
                <a:cxnLst/>
                <a:rect l="l" t="t" r="r" b="b"/>
                <a:pathLst>
                  <a:path w="31698" h="45283" extrusionOk="0">
                    <a:moveTo>
                      <a:pt x="25608" y="0"/>
                    </a:moveTo>
                    <a:lnTo>
                      <a:pt x="31698" y="11867"/>
                    </a:lnTo>
                    <a:lnTo>
                      <a:pt x="19050" y="36226"/>
                    </a:lnTo>
                    <a:lnTo>
                      <a:pt x="0" y="4528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Google Shape;488;p16"/>
              <p:cNvSpPr/>
              <p:nvPr/>
            </p:nvSpPr>
            <p:spPr>
              <a:xfrm>
                <a:off x="578518" y="2804783"/>
                <a:ext cx="2498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9993" h="28575" extrusionOk="0">
                    <a:moveTo>
                      <a:pt x="9993" y="0"/>
                    </a:moveTo>
                    <a:lnTo>
                      <a:pt x="0" y="12804"/>
                    </a:lnTo>
                    <a:lnTo>
                      <a:pt x="0" y="2857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Google Shape;489;p16"/>
              <p:cNvSpPr/>
              <p:nvPr/>
            </p:nvSpPr>
            <p:spPr>
              <a:xfrm>
                <a:off x="380868" y="3516710"/>
                <a:ext cx="464550" cy="569925"/>
              </a:xfrm>
              <a:custGeom>
                <a:avLst/>
                <a:gdLst/>
                <a:ahLst/>
                <a:cxnLst/>
                <a:rect l="l" t="t" r="r" b="b"/>
                <a:pathLst>
                  <a:path w="18582" h="22797" extrusionOk="0">
                    <a:moveTo>
                      <a:pt x="17957" y="0"/>
                    </a:moveTo>
                    <a:lnTo>
                      <a:pt x="0" y="13585"/>
                    </a:lnTo>
                    <a:lnTo>
                      <a:pt x="18582" y="2279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0" name="Google Shape;490;p16"/>
              <p:cNvGrpSpPr/>
              <p:nvPr/>
            </p:nvGrpSpPr>
            <p:grpSpPr>
              <a:xfrm>
                <a:off x="569950" y="4251125"/>
                <a:ext cx="487950" cy="452825"/>
                <a:chOff x="569950" y="4251125"/>
                <a:chExt cx="487950" cy="452825"/>
              </a:xfrm>
            </p:grpSpPr>
            <p:sp>
              <p:nvSpPr>
                <p:cNvPr id="491" name="Google Shape;491;p16"/>
                <p:cNvSpPr/>
                <p:nvPr/>
              </p:nvSpPr>
              <p:spPr>
                <a:xfrm>
                  <a:off x="569950" y="4454100"/>
                  <a:ext cx="487950" cy="2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8" h="9994" extrusionOk="0">
                      <a:moveTo>
                        <a:pt x="0" y="0"/>
                      </a:moveTo>
                      <a:lnTo>
                        <a:pt x="19518" y="9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492" name="Google Shape;492;p16"/>
                <p:cNvCxnSpPr/>
                <p:nvPr/>
              </p:nvCxnSpPr>
              <p:spPr>
                <a:xfrm rot="10800000" flipH="1">
                  <a:off x="799600" y="4251125"/>
                  <a:ext cx="171900" cy="327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cxnSp>
            <p:nvCxnSpPr>
              <p:cNvPr id="493" name="Google Shape;493;p16"/>
              <p:cNvCxnSpPr/>
              <p:nvPr/>
            </p:nvCxnSpPr>
            <p:spPr>
              <a:xfrm flipH="1">
                <a:off x="1057875" y="4516575"/>
                <a:ext cx="281100" cy="50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</p:grpSp>
        <p:grpSp>
          <p:nvGrpSpPr>
            <p:cNvPr id="494" name="Google Shape;494;p16"/>
            <p:cNvGrpSpPr/>
            <p:nvPr/>
          </p:nvGrpSpPr>
          <p:grpSpPr>
            <a:xfrm>
              <a:off x="-377266" y="2200959"/>
              <a:ext cx="2787672" cy="3179254"/>
              <a:chOff x="-685341" y="1789759"/>
              <a:chExt cx="2787672" cy="3179254"/>
            </a:xfrm>
          </p:grpSpPr>
          <p:sp>
            <p:nvSpPr>
              <p:cNvPr id="495" name="Google Shape;495;p16"/>
              <p:cNvSpPr/>
              <p:nvPr/>
            </p:nvSpPr>
            <p:spPr>
              <a:xfrm rot="-6732280" flipH="1">
                <a:off x="-685092" y="3722351"/>
                <a:ext cx="1075604" cy="496154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19847" extrusionOk="0">
                    <a:moveTo>
                      <a:pt x="0" y="0"/>
                    </a:moveTo>
                    <a:lnTo>
                      <a:pt x="3187" y="10576"/>
                    </a:lnTo>
                    <a:lnTo>
                      <a:pt x="26221" y="19413"/>
                    </a:lnTo>
                    <a:lnTo>
                      <a:pt x="31871" y="14777"/>
                    </a:lnTo>
                    <a:lnTo>
                      <a:pt x="43026" y="1984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Google Shape;496;p16"/>
              <p:cNvSpPr/>
              <p:nvPr/>
            </p:nvSpPr>
            <p:spPr>
              <a:xfrm rot="-7697736" flipH="1">
                <a:off x="405272" y="4419922"/>
                <a:ext cx="300591" cy="532359"/>
              </a:xfrm>
              <a:custGeom>
                <a:avLst/>
                <a:gdLst/>
                <a:ahLst/>
                <a:cxnLst/>
                <a:rect l="l" t="t" r="r" b="b"/>
                <a:pathLst>
                  <a:path w="12024" h="21295" extrusionOk="0">
                    <a:moveTo>
                      <a:pt x="1883" y="0"/>
                    </a:moveTo>
                    <a:lnTo>
                      <a:pt x="12024" y="12603"/>
                    </a:lnTo>
                    <a:lnTo>
                      <a:pt x="0" y="2129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 rot="-9643782" flipH="1">
                <a:off x="795030" y="3568348"/>
                <a:ext cx="956052" cy="220908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8837" extrusionOk="0">
                    <a:moveTo>
                      <a:pt x="0" y="2897"/>
                    </a:moveTo>
                    <a:lnTo>
                      <a:pt x="11300" y="8837"/>
                    </a:lnTo>
                    <a:lnTo>
                      <a:pt x="38245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 rot="1635264" flipH="1">
                <a:off x="373516" y="4028811"/>
                <a:ext cx="1767212" cy="260726"/>
              </a:xfrm>
              <a:custGeom>
                <a:avLst/>
                <a:gdLst/>
                <a:ahLst/>
                <a:cxnLst/>
                <a:rect l="l" t="t" r="r" b="b"/>
                <a:pathLst>
                  <a:path w="70695" h="10430" extrusionOk="0">
                    <a:moveTo>
                      <a:pt x="0" y="0"/>
                    </a:moveTo>
                    <a:lnTo>
                      <a:pt x="15356" y="7678"/>
                    </a:lnTo>
                    <a:lnTo>
                      <a:pt x="25062" y="5070"/>
                    </a:lnTo>
                    <a:lnTo>
                      <a:pt x="36216" y="10430"/>
                    </a:lnTo>
                    <a:lnTo>
                      <a:pt x="70695" y="14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Google Shape;499;p16"/>
              <p:cNvSpPr/>
              <p:nvPr/>
            </p:nvSpPr>
            <p:spPr>
              <a:xfrm rot="4322824" flipH="1">
                <a:off x="-1213569" y="2621101"/>
                <a:ext cx="1995319" cy="340411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13618" extrusionOk="0">
                    <a:moveTo>
                      <a:pt x="0" y="0"/>
                    </a:moveTo>
                    <a:lnTo>
                      <a:pt x="21151" y="11300"/>
                    </a:lnTo>
                    <a:lnTo>
                      <a:pt x="36217" y="7823"/>
                    </a:lnTo>
                    <a:lnTo>
                      <a:pt x="48096" y="13618"/>
                    </a:lnTo>
                    <a:lnTo>
                      <a:pt x="79822" y="521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00" name="Google Shape;500;p16"/>
              <p:cNvGrpSpPr/>
              <p:nvPr/>
            </p:nvGrpSpPr>
            <p:grpSpPr>
              <a:xfrm rot="-7697736" flipH="1">
                <a:off x="196134" y="2974977"/>
                <a:ext cx="487935" cy="452811"/>
                <a:chOff x="376615" y="3814714"/>
                <a:chExt cx="487950" cy="452825"/>
              </a:xfrm>
            </p:grpSpPr>
            <p:sp>
              <p:nvSpPr>
                <p:cNvPr id="501" name="Google Shape;501;p16"/>
                <p:cNvSpPr/>
                <p:nvPr/>
              </p:nvSpPr>
              <p:spPr>
                <a:xfrm>
                  <a:off x="376615" y="4017689"/>
                  <a:ext cx="487950" cy="2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8" h="9994" extrusionOk="0">
                      <a:moveTo>
                        <a:pt x="0" y="0"/>
                      </a:moveTo>
                      <a:lnTo>
                        <a:pt x="19518" y="9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oval" w="med" len="med"/>
                  <a:tailEnd type="oval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502" name="Google Shape;502;p16"/>
                <p:cNvCxnSpPr/>
                <p:nvPr/>
              </p:nvCxnSpPr>
              <p:spPr>
                <a:xfrm rot="10800000" flipH="1">
                  <a:off x="606265" y="3814714"/>
                  <a:ext cx="171900" cy="327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sp>
        <p:nvSpPr>
          <p:cNvPr id="503" name="Google Shape;503;p16"/>
          <p:cNvSpPr txBox="1">
            <a:spLocks noGrp="1"/>
          </p:cNvSpPr>
          <p:nvPr>
            <p:ph type="subTitle" idx="1"/>
          </p:nvPr>
        </p:nvSpPr>
        <p:spPr>
          <a:xfrm>
            <a:off x="4695020" y="1427600"/>
            <a:ext cx="33780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 b="0">
                <a:latin typeface="Karla"/>
                <a:ea typeface="Karla"/>
                <a:cs typeface="Karla"/>
                <a:sym typeface="Karl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6"/>
          <p:cNvSpPr txBox="1">
            <a:spLocks noGrp="1"/>
          </p:cNvSpPr>
          <p:nvPr>
            <p:ph type="subTitle" idx="2"/>
          </p:nvPr>
        </p:nvSpPr>
        <p:spPr>
          <a:xfrm>
            <a:off x="1070980" y="1427600"/>
            <a:ext cx="33780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 b="0">
                <a:latin typeface="Karla"/>
                <a:ea typeface="Karla"/>
                <a:cs typeface="Karla"/>
                <a:sym typeface="Karl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561600" y="381100"/>
            <a:ext cx="158400" cy="1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07" name="Google Shape;507;p16"/>
          <p:cNvGrpSpPr/>
          <p:nvPr/>
        </p:nvGrpSpPr>
        <p:grpSpPr>
          <a:xfrm rot="-1268658">
            <a:off x="7624706" y="3618565"/>
            <a:ext cx="1612133" cy="1122464"/>
            <a:chOff x="3146646" y="4295275"/>
            <a:chExt cx="1983375" cy="1380725"/>
          </a:xfrm>
        </p:grpSpPr>
        <p:sp>
          <p:nvSpPr>
            <p:cNvPr id="508" name="Google Shape;508;p16"/>
            <p:cNvSpPr/>
            <p:nvPr/>
          </p:nvSpPr>
          <p:spPr>
            <a:xfrm>
              <a:off x="3235968" y="4792465"/>
              <a:ext cx="475665" cy="338994"/>
            </a:xfrm>
            <a:custGeom>
              <a:avLst/>
              <a:gdLst/>
              <a:ahLst/>
              <a:cxnLst/>
              <a:rect l="l" t="t" r="r" b="b"/>
              <a:pathLst>
                <a:path w="442" h="315" extrusionOk="0">
                  <a:moveTo>
                    <a:pt x="56" y="315"/>
                  </a:moveTo>
                  <a:lnTo>
                    <a:pt x="0" y="209"/>
                  </a:lnTo>
                  <a:lnTo>
                    <a:pt x="384" y="0"/>
                  </a:lnTo>
                  <a:lnTo>
                    <a:pt x="442" y="105"/>
                  </a:lnTo>
                  <a:lnTo>
                    <a:pt x="56" y="3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146646" y="4935595"/>
              <a:ext cx="474590" cy="570370"/>
            </a:xfrm>
            <a:custGeom>
              <a:avLst/>
              <a:gdLst/>
              <a:ahLst/>
              <a:cxnLst/>
              <a:rect l="l" t="t" r="r" b="b"/>
              <a:pathLst>
                <a:path w="285" h="342" extrusionOk="0">
                  <a:moveTo>
                    <a:pt x="268" y="280"/>
                  </a:moveTo>
                  <a:cubicBezTo>
                    <a:pt x="165" y="336"/>
                    <a:pt x="165" y="336"/>
                    <a:pt x="165" y="336"/>
                  </a:cubicBezTo>
                  <a:cubicBezTo>
                    <a:pt x="153" y="342"/>
                    <a:pt x="138" y="338"/>
                    <a:pt x="131" y="326"/>
                  </a:cubicBezTo>
                  <a:cubicBezTo>
                    <a:pt x="117" y="298"/>
                    <a:pt x="117" y="298"/>
                    <a:pt x="117" y="298"/>
                  </a:cubicBezTo>
                  <a:cubicBezTo>
                    <a:pt x="111" y="287"/>
                    <a:pt x="111" y="287"/>
                    <a:pt x="111" y="287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0" y="77"/>
                    <a:pt x="11" y="38"/>
                    <a:pt x="42" y="22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250" y="210"/>
                    <a:pt x="250" y="210"/>
                    <a:pt x="250" y="210"/>
                  </a:cubicBezTo>
                  <a:cubicBezTo>
                    <a:pt x="258" y="220"/>
                    <a:pt x="258" y="220"/>
                    <a:pt x="258" y="220"/>
                  </a:cubicBezTo>
                  <a:cubicBezTo>
                    <a:pt x="276" y="243"/>
                    <a:pt x="276" y="243"/>
                    <a:pt x="276" y="243"/>
                  </a:cubicBezTo>
                  <a:cubicBezTo>
                    <a:pt x="285" y="255"/>
                    <a:pt x="282" y="272"/>
                    <a:pt x="268" y="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41516" y="5408034"/>
              <a:ext cx="283032" cy="267966"/>
            </a:xfrm>
            <a:custGeom>
              <a:avLst/>
              <a:gdLst/>
              <a:ahLst/>
              <a:cxnLst/>
              <a:rect l="l" t="t" r="r" b="b"/>
              <a:pathLst>
                <a:path w="170" h="161" extrusionOk="0">
                  <a:moveTo>
                    <a:pt x="83" y="0"/>
                  </a:moveTo>
                  <a:cubicBezTo>
                    <a:pt x="83" y="0"/>
                    <a:pt x="130" y="10"/>
                    <a:pt x="153" y="46"/>
                  </a:cubicBezTo>
                  <a:cubicBezTo>
                    <a:pt x="158" y="53"/>
                    <a:pt x="157" y="62"/>
                    <a:pt x="151" y="67"/>
                  </a:cubicBezTo>
                  <a:cubicBezTo>
                    <a:pt x="144" y="74"/>
                    <a:pt x="133" y="74"/>
                    <a:pt x="127" y="67"/>
                  </a:cubicBezTo>
                  <a:cubicBezTo>
                    <a:pt x="121" y="60"/>
                    <a:pt x="110" y="56"/>
                    <a:pt x="105" y="65"/>
                  </a:cubicBezTo>
                  <a:cubicBezTo>
                    <a:pt x="96" y="83"/>
                    <a:pt x="118" y="89"/>
                    <a:pt x="152" y="85"/>
                  </a:cubicBezTo>
                  <a:cubicBezTo>
                    <a:pt x="170" y="83"/>
                    <a:pt x="152" y="161"/>
                    <a:pt x="76" y="141"/>
                  </a:cubicBezTo>
                  <a:cubicBezTo>
                    <a:pt x="6" y="122"/>
                    <a:pt x="0" y="47"/>
                    <a:pt x="0" y="47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146646" y="4972185"/>
              <a:ext cx="255052" cy="378811"/>
            </a:xfrm>
            <a:custGeom>
              <a:avLst/>
              <a:gdLst/>
              <a:ahLst/>
              <a:cxnLst/>
              <a:rect l="l" t="t" r="r" b="b"/>
              <a:pathLst>
                <a:path w="153" h="227" extrusionOk="0">
                  <a:moveTo>
                    <a:pt x="16" y="86"/>
                  </a:moveTo>
                  <a:cubicBezTo>
                    <a:pt x="91" y="227"/>
                    <a:pt x="91" y="227"/>
                    <a:pt x="91" y="227"/>
                  </a:cubicBezTo>
                  <a:cubicBezTo>
                    <a:pt x="153" y="163"/>
                    <a:pt x="77" y="47"/>
                    <a:pt x="42" y="0"/>
                  </a:cubicBezTo>
                  <a:cubicBezTo>
                    <a:pt x="11" y="17"/>
                    <a:pt x="0" y="55"/>
                    <a:pt x="16" y="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331747" y="5286427"/>
              <a:ext cx="244290" cy="146359"/>
            </a:xfrm>
            <a:custGeom>
              <a:avLst/>
              <a:gdLst/>
              <a:ahLst/>
              <a:cxnLst/>
              <a:rect l="l" t="t" r="r" b="b"/>
              <a:pathLst>
                <a:path w="227" h="136" extrusionOk="0">
                  <a:moveTo>
                    <a:pt x="227" y="15"/>
                  </a:moveTo>
                  <a:lnTo>
                    <a:pt x="9" y="136"/>
                  </a:lnTo>
                  <a:lnTo>
                    <a:pt x="0" y="119"/>
                  </a:lnTo>
                  <a:lnTo>
                    <a:pt x="215" y="0"/>
                  </a:lnTo>
                  <a:lnTo>
                    <a:pt x="227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4565033" y="4792465"/>
              <a:ext cx="475665" cy="338994"/>
            </a:xfrm>
            <a:custGeom>
              <a:avLst/>
              <a:gdLst/>
              <a:ahLst/>
              <a:cxnLst/>
              <a:rect l="l" t="t" r="r" b="b"/>
              <a:pathLst>
                <a:path w="442" h="315" extrusionOk="0">
                  <a:moveTo>
                    <a:pt x="384" y="315"/>
                  </a:moveTo>
                  <a:lnTo>
                    <a:pt x="442" y="209"/>
                  </a:lnTo>
                  <a:lnTo>
                    <a:pt x="57" y="0"/>
                  </a:lnTo>
                  <a:lnTo>
                    <a:pt x="0" y="105"/>
                  </a:lnTo>
                  <a:lnTo>
                    <a:pt x="384" y="3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4653279" y="4935595"/>
              <a:ext cx="476742" cy="570370"/>
            </a:xfrm>
            <a:custGeom>
              <a:avLst/>
              <a:gdLst/>
              <a:ahLst/>
              <a:cxnLst/>
              <a:rect l="l" t="t" r="r" b="b"/>
              <a:pathLst>
                <a:path w="286" h="342" extrusionOk="0">
                  <a:moveTo>
                    <a:pt x="17" y="280"/>
                  </a:moveTo>
                  <a:cubicBezTo>
                    <a:pt x="121" y="336"/>
                    <a:pt x="121" y="336"/>
                    <a:pt x="121" y="336"/>
                  </a:cubicBezTo>
                  <a:cubicBezTo>
                    <a:pt x="133" y="342"/>
                    <a:pt x="148" y="338"/>
                    <a:pt x="154" y="326"/>
                  </a:cubicBezTo>
                  <a:cubicBezTo>
                    <a:pt x="169" y="298"/>
                    <a:pt x="169" y="298"/>
                    <a:pt x="169" y="298"/>
                  </a:cubicBezTo>
                  <a:cubicBezTo>
                    <a:pt x="175" y="287"/>
                    <a:pt x="175" y="287"/>
                    <a:pt x="175" y="287"/>
                  </a:cubicBezTo>
                  <a:cubicBezTo>
                    <a:pt x="269" y="108"/>
                    <a:pt x="269" y="108"/>
                    <a:pt x="269" y="108"/>
                  </a:cubicBezTo>
                  <a:cubicBezTo>
                    <a:pt x="286" y="77"/>
                    <a:pt x="274" y="38"/>
                    <a:pt x="244" y="22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36" y="210"/>
                    <a:pt x="36" y="210"/>
                    <a:pt x="36" y="21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10" y="243"/>
                    <a:pt x="10" y="243"/>
                    <a:pt x="10" y="243"/>
                  </a:cubicBezTo>
                  <a:cubicBezTo>
                    <a:pt x="0" y="255"/>
                    <a:pt x="4" y="272"/>
                    <a:pt x="17" y="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4552119" y="5408034"/>
              <a:ext cx="283032" cy="267966"/>
            </a:xfrm>
            <a:custGeom>
              <a:avLst/>
              <a:gdLst/>
              <a:ahLst/>
              <a:cxnLst/>
              <a:rect l="l" t="t" r="r" b="b"/>
              <a:pathLst>
                <a:path w="170" h="161" extrusionOk="0">
                  <a:moveTo>
                    <a:pt x="87" y="0"/>
                  </a:moveTo>
                  <a:cubicBezTo>
                    <a:pt x="87" y="0"/>
                    <a:pt x="40" y="10"/>
                    <a:pt x="16" y="46"/>
                  </a:cubicBezTo>
                  <a:cubicBezTo>
                    <a:pt x="12" y="53"/>
                    <a:pt x="13" y="62"/>
                    <a:pt x="19" y="67"/>
                  </a:cubicBezTo>
                  <a:cubicBezTo>
                    <a:pt x="25" y="74"/>
                    <a:pt x="36" y="74"/>
                    <a:pt x="43" y="67"/>
                  </a:cubicBezTo>
                  <a:cubicBezTo>
                    <a:pt x="49" y="60"/>
                    <a:pt x="60" y="56"/>
                    <a:pt x="64" y="65"/>
                  </a:cubicBezTo>
                  <a:cubicBezTo>
                    <a:pt x="73" y="83"/>
                    <a:pt x="52" y="89"/>
                    <a:pt x="17" y="85"/>
                  </a:cubicBezTo>
                  <a:cubicBezTo>
                    <a:pt x="0" y="83"/>
                    <a:pt x="17" y="161"/>
                    <a:pt x="94" y="141"/>
                  </a:cubicBezTo>
                  <a:cubicBezTo>
                    <a:pt x="163" y="122"/>
                    <a:pt x="170" y="47"/>
                    <a:pt x="170" y="47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874969" y="4972185"/>
              <a:ext cx="255052" cy="378811"/>
            </a:xfrm>
            <a:custGeom>
              <a:avLst/>
              <a:gdLst/>
              <a:ahLst/>
              <a:cxnLst/>
              <a:rect l="l" t="t" r="r" b="b"/>
              <a:pathLst>
                <a:path w="153" h="227" extrusionOk="0">
                  <a:moveTo>
                    <a:pt x="136" y="86"/>
                  </a:moveTo>
                  <a:cubicBezTo>
                    <a:pt x="62" y="227"/>
                    <a:pt x="62" y="227"/>
                    <a:pt x="62" y="227"/>
                  </a:cubicBezTo>
                  <a:cubicBezTo>
                    <a:pt x="0" y="163"/>
                    <a:pt x="76" y="47"/>
                    <a:pt x="111" y="0"/>
                  </a:cubicBezTo>
                  <a:cubicBezTo>
                    <a:pt x="142" y="17"/>
                    <a:pt x="153" y="55"/>
                    <a:pt x="136" y="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4700630" y="5286427"/>
              <a:ext cx="244290" cy="146359"/>
            </a:xfrm>
            <a:custGeom>
              <a:avLst/>
              <a:gdLst/>
              <a:ahLst/>
              <a:cxnLst/>
              <a:rect l="l" t="t" r="r" b="b"/>
              <a:pathLst>
                <a:path w="227" h="136" extrusionOk="0">
                  <a:moveTo>
                    <a:pt x="0" y="15"/>
                  </a:moveTo>
                  <a:lnTo>
                    <a:pt x="218" y="136"/>
                  </a:lnTo>
                  <a:lnTo>
                    <a:pt x="227" y="119"/>
                  </a:lnTo>
                  <a:lnTo>
                    <a:pt x="12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579265" y="4605212"/>
              <a:ext cx="1118136" cy="852326"/>
            </a:xfrm>
            <a:custGeom>
              <a:avLst/>
              <a:gdLst/>
              <a:ahLst/>
              <a:cxnLst/>
              <a:rect l="l" t="t" r="r" b="b"/>
              <a:pathLst>
                <a:path w="670" h="511" extrusionOk="0">
                  <a:moveTo>
                    <a:pt x="670" y="131"/>
                  </a:moveTo>
                  <a:cubicBezTo>
                    <a:pt x="670" y="175"/>
                    <a:pt x="653" y="265"/>
                    <a:pt x="620" y="348"/>
                  </a:cubicBezTo>
                  <a:cubicBezTo>
                    <a:pt x="601" y="395"/>
                    <a:pt x="569" y="435"/>
                    <a:pt x="529" y="464"/>
                  </a:cubicBezTo>
                  <a:cubicBezTo>
                    <a:pt x="486" y="494"/>
                    <a:pt x="434" y="511"/>
                    <a:pt x="379" y="511"/>
                  </a:cubicBezTo>
                  <a:cubicBezTo>
                    <a:pt x="291" y="511"/>
                    <a:pt x="291" y="511"/>
                    <a:pt x="291" y="511"/>
                  </a:cubicBezTo>
                  <a:cubicBezTo>
                    <a:pt x="236" y="511"/>
                    <a:pt x="184" y="494"/>
                    <a:pt x="141" y="464"/>
                  </a:cubicBezTo>
                  <a:cubicBezTo>
                    <a:pt x="101" y="435"/>
                    <a:pt x="68" y="395"/>
                    <a:pt x="49" y="348"/>
                  </a:cubicBezTo>
                  <a:cubicBezTo>
                    <a:pt x="17" y="265"/>
                    <a:pt x="0" y="175"/>
                    <a:pt x="0" y="131"/>
                  </a:cubicBezTo>
                  <a:cubicBezTo>
                    <a:pt x="0" y="13"/>
                    <a:pt x="150" y="0"/>
                    <a:pt x="335" y="0"/>
                  </a:cubicBezTo>
                  <a:cubicBezTo>
                    <a:pt x="520" y="0"/>
                    <a:pt x="670" y="13"/>
                    <a:pt x="670" y="1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579265" y="4801075"/>
              <a:ext cx="1118136" cy="258281"/>
            </a:xfrm>
            <a:custGeom>
              <a:avLst/>
              <a:gdLst/>
              <a:ahLst/>
              <a:cxnLst/>
              <a:rect l="l" t="t" r="r" b="b"/>
              <a:pathLst>
                <a:path w="670" h="155" extrusionOk="0">
                  <a:moveTo>
                    <a:pt x="670" y="0"/>
                  </a:moveTo>
                  <a:cubicBezTo>
                    <a:pt x="670" y="145"/>
                    <a:pt x="520" y="155"/>
                    <a:pt x="335" y="155"/>
                  </a:cubicBezTo>
                  <a:cubicBezTo>
                    <a:pt x="150" y="155"/>
                    <a:pt x="0" y="145"/>
                    <a:pt x="0" y="0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579265" y="4295275"/>
              <a:ext cx="1118136" cy="673682"/>
            </a:xfrm>
            <a:custGeom>
              <a:avLst/>
              <a:gdLst/>
              <a:ahLst/>
              <a:cxnLst/>
              <a:rect l="l" t="t" r="r" b="b"/>
              <a:pathLst>
                <a:path w="670" h="404" extrusionOk="0">
                  <a:moveTo>
                    <a:pt x="670" y="274"/>
                  </a:moveTo>
                  <a:cubicBezTo>
                    <a:pt x="670" y="391"/>
                    <a:pt x="520" y="404"/>
                    <a:pt x="335" y="404"/>
                  </a:cubicBezTo>
                  <a:cubicBezTo>
                    <a:pt x="150" y="404"/>
                    <a:pt x="0" y="391"/>
                    <a:pt x="0" y="274"/>
                  </a:cubicBezTo>
                  <a:cubicBezTo>
                    <a:pt x="0" y="190"/>
                    <a:pt x="59" y="88"/>
                    <a:pt x="171" y="35"/>
                  </a:cubicBezTo>
                  <a:cubicBezTo>
                    <a:pt x="178" y="31"/>
                    <a:pt x="185" y="28"/>
                    <a:pt x="193" y="25"/>
                  </a:cubicBezTo>
                  <a:cubicBezTo>
                    <a:pt x="234" y="9"/>
                    <a:pt x="282" y="0"/>
                    <a:pt x="335" y="0"/>
                  </a:cubicBezTo>
                  <a:cubicBezTo>
                    <a:pt x="388" y="0"/>
                    <a:pt x="435" y="9"/>
                    <a:pt x="476" y="25"/>
                  </a:cubicBezTo>
                  <a:cubicBezTo>
                    <a:pt x="484" y="28"/>
                    <a:pt x="492" y="31"/>
                    <a:pt x="499" y="35"/>
                  </a:cubicBezTo>
                  <a:cubicBezTo>
                    <a:pt x="610" y="88"/>
                    <a:pt x="670" y="190"/>
                    <a:pt x="670" y="2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711634" y="4546022"/>
              <a:ext cx="852324" cy="340069"/>
            </a:xfrm>
            <a:custGeom>
              <a:avLst/>
              <a:gdLst/>
              <a:ahLst/>
              <a:cxnLst/>
              <a:rect l="l" t="t" r="r" b="b"/>
              <a:pathLst>
                <a:path w="511" h="204" extrusionOk="0">
                  <a:moveTo>
                    <a:pt x="256" y="204"/>
                  </a:moveTo>
                  <a:cubicBezTo>
                    <a:pt x="187" y="204"/>
                    <a:pt x="116" y="203"/>
                    <a:pt x="67" y="192"/>
                  </a:cubicBezTo>
                  <a:cubicBezTo>
                    <a:pt x="8" y="179"/>
                    <a:pt x="0" y="157"/>
                    <a:pt x="0" y="139"/>
                  </a:cubicBezTo>
                  <a:cubicBezTo>
                    <a:pt x="0" y="108"/>
                    <a:pt x="28" y="73"/>
                    <a:pt x="73" y="46"/>
                  </a:cubicBezTo>
                  <a:cubicBezTo>
                    <a:pt x="124" y="16"/>
                    <a:pt x="189" y="0"/>
                    <a:pt x="256" y="0"/>
                  </a:cubicBezTo>
                  <a:cubicBezTo>
                    <a:pt x="323" y="0"/>
                    <a:pt x="387" y="16"/>
                    <a:pt x="438" y="46"/>
                  </a:cubicBezTo>
                  <a:cubicBezTo>
                    <a:pt x="484" y="73"/>
                    <a:pt x="511" y="108"/>
                    <a:pt x="511" y="139"/>
                  </a:cubicBezTo>
                  <a:cubicBezTo>
                    <a:pt x="511" y="157"/>
                    <a:pt x="504" y="179"/>
                    <a:pt x="445" y="192"/>
                  </a:cubicBezTo>
                  <a:cubicBezTo>
                    <a:pt x="396" y="203"/>
                    <a:pt x="325" y="204"/>
                    <a:pt x="256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864449" y="4295275"/>
              <a:ext cx="547769" cy="194787"/>
            </a:xfrm>
            <a:custGeom>
              <a:avLst/>
              <a:gdLst/>
              <a:ahLst/>
              <a:cxnLst/>
              <a:rect l="l" t="t" r="r" b="b"/>
              <a:pathLst>
                <a:path w="328" h="117" extrusionOk="0">
                  <a:moveTo>
                    <a:pt x="328" y="35"/>
                  </a:moveTo>
                  <a:cubicBezTo>
                    <a:pt x="305" y="83"/>
                    <a:pt x="240" y="117"/>
                    <a:pt x="164" y="117"/>
                  </a:cubicBezTo>
                  <a:cubicBezTo>
                    <a:pt x="88" y="117"/>
                    <a:pt x="23" y="83"/>
                    <a:pt x="0" y="35"/>
                  </a:cubicBezTo>
                  <a:cubicBezTo>
                    <a:pt x="7" y="31"/>
                    <a:pt x="14" y="28"/>
                    <a:pt x="22" y="25"/>
                  </a:cubicBezTo>
                  <a:cubicBezTo>
                    <a:pt x="63" y="9"/>
                    <a:pt x="111" y="0"/>
                    <a:pt x="164" y="0"/>
                  </a:cubicBezTo>
                  <a:cubicBezTo>
                    <a:pt x="217" y="0"/>
                    <a:pt x="264" y="9"/>
                    <a:pt x="305" y="25"/>
                  </a:cubicBezTo>
                  <a:cubicBezTo>
                    <a:pt x="313" y="28"/>
                    <a:pt x="321" y="31"/>
                    <a:pt x="328" y="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901039" y="4295275"/>
              <a:ext cx="472437" cy="153893"/>
            </a:xfrm>
            <a:custGeom>
              <a:avLst/>
              <a:gdLst/>
              <a:ahLst/>
              <a:cxnLst/>
              <a:rect l="l" t="t" r="r" b="b"/>
              <a:pathLst>
                <a:path w="283" h="92" extrusionOk="0">
                  <a:moveTo>
                    <a:pt x="283" y="25"/>
                  </a:moveTo>
                  <a:cubicBezTo>
                    <a:pt x="264" y="64"/>
                    <a:pt x="207" y="92"/>
                    <a:pt x="142" y="92"/>
                  </a:cubicBezTo>
                  <a:cubicBezTo>
                    <a:pt x="77" y="92"/>
                    <a:pt x="20" y="64"/>
                    <a:pt x="0" y="25"/>
                  </a:cubicBezTo>
                  <a:cubicBezTo>
                    <a:pt x="41" y="9"/>
                    <a:pt x="89" y="0"/>
                    <a:pt x="142" y="0"/>
                  </a:cubicBezTo>
                  <a:cubicBezTo>
                    <a:pt x="195" y="0"/>
                    <a:pt x="242" y="9"/>
                    <a:pt x="283" y="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849383" y="4665477"/>
              <a:ext cx="117300" cy="15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4322896" y="4665477"/>
              <a:ext cx="117300" cy="15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814946" y="5220781"/>
              <a:ext cx="646777" cy="236757"/>
            </a:xfrm>
            <a:custGeom>
              <a:avLst/>
              <a:gdLst/>
              <a:ahLst/>
              <a:cxnLst/>
              <a:rect l="l" t="t" r="r" b="b"/>
              <a:pathLst>
                <a:path w="388" h="142" extrusionOk="0">
                  <a:moveTo>
                    <a:pt x="388" y="95"/>
                  </a:moveTo>
                  <a:cubicBezTo>
                    <a:pt x="345" y="125"/>
                    <a:pt x="293" y="142"/>
                    <a:pt x="238" y="142"/>
                  </a:cubicBezTo>
                  <a:cubicBezTo>
                    <a:pt x="150" y="142"/>
                    <a:pt x="150" y="142"/>
                    <a:pt x="150" y="142"/>
                  </a:cubicBezTo>
                  <a:cubicBezTo>
                    <a:pt x="95" y="142"/>
                    <a:pt x="43" y="125"/>
                    <a:pt x="0" y="95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32" y="15"/>
                    <a:pt x="55" y="0"/>
                    <a:pt x="81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2" y="0"/>
                    <a:pt x="356" y="15"/>
                    <a:pt x="365" y="39"/>
                  </a:cubicBezTo>
                  <a:lnTo>
                    <a:pt x="388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4"/>
          <p:cNvSpPr/>
          <p:nvPr userDrawn="1"/>
        </p:nvSpPr>
        <p:spPr>
          <a:xfrm>
            <a:off x="0" y="0"/>
            <a:ext cx="376200" cy="51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16" name="Google Shape;916;p24"/>
          <p:cNvGrpSpPr/>
          <p:nvPr/>
        </p:nvGrpSpPr>
        <p:grpSpPr>
          <a:xfrm rot="12600044">
            <a:off x="7831219" y="-588390"/>
            <a:ext cx="2354048" cy="1933982"/>
            <a:chOff x="1492125" y="2531500"/>
            <a:chExt cx="2354100" cy="1934025"/>
          </a:xfrm>
        </p:grpSpPr>
        <p:grpSp>
          <p:nvGrpSpPr>
            <p:cNvPr id="917" name="Google Shape;917;p24"/>
            <p:cNvGrpSpPr/>
            <p:nvPr/>
          </p:nvGrpSpPr>
          <p:grpSpPr>
            <a:xfrm>
              <a:off x="2340575" y="2531500"/>
              <a:ext cx="487950" cy="452825"/>
              <a:chOff x="569950" y="4251125"/>
              <a:chExt cx="487950" cy="452825"/>
            </a:xfrm>
          </p:grpSpPr>
          <p:sp>
            <p:nvSpPr>
              <p:cNvPr id="918" name="Google Shape;918;p24"/>
              <p:cNvSpPr/>
              <p:nvPr/>
            </p:nvSpPr>
            <p:spPr>
              <a:xfrm>
                <a:off x="569950" y="4454100"/>
                <a:ext cx="487950" cy="249850"/>
              </a:xfrm>
              <a:custGeom>
                <a:avLst/>
                <a:gdLst/>
                <a:ahLst/>
                <a:cxnLst/>
                <a:rect l="l" t="t" r="r" b="b"/>
                <a:pathLst>
                  <a:path w="19518" h="9994" extrusionOk="0">
                    <a:moveTo>
                      <a:pt x="0" y="0"/>
                    </a:moveTo>
                    <a:lnTo>
                      <a:pt x="19518" y="99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919" name="Google Shape;919;p24"/>
              <p:cNvCxnSpPr/>
              <p:nvPr/>
            </p:nvCxnSpPr>
            <p:spPr>
              <a:xfrm rot="10800000" flipH="1">
                <a:off x="799600" y="4251125"/>
                <a:ext cx="171900" cy="32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920" name="Google Shape;920;p24"/>
            <p:cNvSpPr/>
            <p:nvPr/>
          </p:nvSpPr>
          <p:spPr>
            <a:xfrm>
              <a:off x="1492125" y="2629325"/>
              <a:ext cx="1075650" cy="496175"/>
            </a:xfrm>
            <a:custGeom>
              <a:avLst/>
              <a:gdLst/>
              <a:ahLst/>
              <a:cxnLst/>
              <a:rect l="l" t="t" r="r" b="b"/>
              <a:pathLst>
                <a:path w="43026" h="19847" extrusionOk="0">
                  <a:moveTo>
                    <a:pt x="0" y="0"/>
                  </a:moveTo>
                  <a:lnTo>
                    <a:pt x="3187" y="10576"/>
                  </a:lnTo>
                  <a:lnTo>
                    <a:pt x="26221" y="19413"/>
                  </a:lnTo>
                  <a:lnTo>
                    <a:pt x="31871" y="14777"/>
                  </a:lnTo>
                  <a:lnTo>
                    <a:pt x="43026" y="19847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1644250" y="3255875"/>
              <a:ext cx="474425" cy="416500"/>
            </a:xfrm>
            <a:custGeom>
              <a:avLst/>
              <a:gdLst/>
              <a:ahLst/>
              <a:cxnLst/>
              <a:rect l="l" t="t" r="r" b="b"/>
              <a:pathLst>
                <a:path w="18977" h="16660" extrusionOk="0">
                  <a:moveTo>
                    <a:pt x="0" y="16660"/>
                  </a:moveTo>
                  <a:lnTo>
                    <a:pt x="15355" y="11735"/>
                  </a:lnTo>
                  <a:lnTo>
                    <a:pt x="18977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2281650" y="3219675"/>
              <a:ext cx="546875" cy="304225"/>
            </a:xfrm>
            <a:custGeom>
              <a:avLst/>
              <a:gdLst/>
              <a:ahLst/>
              <a:cxnLst/>
              <a:rect l="l" t="t" r="r" b="b"/>
              <a:pathLst>
                <a:path w="21875" h="12169" extrusionOk="0">
                  <a:moveTo>
                    <a:pt x="0" y="12169"/>
                  </a:moveTo>
                  <a:lnTo>
                    <a:pt x="7099" y="0"/>
                  </a:lnTo>
                  <a:lnTo>
                    <a:pt x="21875" y="2607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2995125" y="2911825"/>
              <a:ext cx="300600" cy="532375"/>
            </a:xfrm>
            <a:custGeom>
              <a:avLst/>
              <a:gdLst/>
              <a:ahLst/>
              <a:cxnLst/>
              <a:rect l="l" t="t" r="r" b="b"/>
              <a:pathLst>
                <a:path w="12024" h="21295" extrusionOk="0">
                  <a:moveTo>
                    <a:pt x="1883" y="0"/>
                  </a:moveTo>
                  <a:lnTo>
                    <a:pt x="12024" y="12603"/>
                  </a:lnTo>
                  <a:lnTo>
                    <a:pt x="0" y="21295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2093325" y="3570975"/>
              <a:ext cx="1238625" cy="235400"/>
            </a:xfrm>
            <a:custGeom>
              <a:avLst/>
              <a:gdLst/>
              <a:ahLst/>
              <a:cxnLst/>
              <a:rect l="l" t="t" r="r" b="b"/>
              <a:pathLst>
                <a:path w="49545" h="9416" extrusionOk="0">
                  <a:moveTo>
                    <a:pt x="0" y="9416"/>
                  </a:moveTo>
                  <a:lnTo>
                    <a:pt x="12604" y="8837"/>
                  </a:lnTo>
                  <a:lnTo>
                    <a:pt x="17094" y="724"/>
                  </a:lnTo>
                  <a:lnTo>
                    <a:pt x="43605" y="0"/>
                  </a:lnTo>
                  <a:lnTo>
                    <a:pt x="49545" y="695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2654675" y="3791900"/>
              <a:ext cx="956125" cy="220925"/>
            </a:xfrm>
            <a:custGeom>
              <a:avLst/>
              <a:gdLst/>
              <a:ahLst/>
              <a:cxnLst/>
              <a:rect l="l" t="t" r="r" b="b"/>
              <a:pathLst>
                <a:path w="38245" h="8837" extrusionOk="0">
                  <a:moveTo>
                    <a:pt x="0" y="2897"/>
                  </a:moveTo>
                  <a:lnTo>
                    <a:pt x="11300" y="8837"/>
                  </a:lnTo>
                  <a:lnTo>
                    <a:pt x="38245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2078850" y="3954875"/>
              <a:ext cx="1767375" cy="260750"/>
            </a:xfrm>
            <a:custGeom>
              <a:avLst/>
              <a:gdLst/>
              <a:ahLst/>
              <a:cxnLst/>
              <a:rect l="l" t="t" r="r" b="b"/>
              <a:pathLst>
                <a:path w="70695" h="10430" extrusionOk="0">
                  <a:moveTo>
                    <a:pt x="0" y="0"/>
                  </a:moveTo>
                  <a:lnTo>
                    <a:pt x="15356" y="7678"/>
                  </a:lnTo>
                  <a:lnTo>
                    <a:pt x="25062" y="5070"/>
                  </a:lnTo>
                  <a:lnTo>
                    <a:pt x="36216" y="10430"/>
                  </a:lnTo>
                  <a:lnTo>
                    <a:pt x="70695" y="145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1814450" y="4125075"/>
              <a:ext cx="1995550" cy="340450"/>
            </a:xfrm>
            <a:custGeom>
              <a:avLst/>
              <a:gdLst/>
              <a:ahLst/>
              <a:cxnLst/>
              <a:rect l="l" t="t" r="r" b="b"/>
              <a:pathLst>
                <a:path w="79822" h="13618" extrusionOk="0">
                  <a:moveTo>
                    <a:pt x="0" y="0"/>
                  </a:moveTo>
                  <a:lnTo>
                    <a:pt x="21151" y="11300"/>
                  </a:lnTo>
                  <a:lnTo>
                    <a:pt x="36217" y="7823"/>
                  </a:lnTo>
                  <a:lnTo>
                    <a:pt x="48096" y="13618"/>
                  </a:lnTo>
                  <a:lnTo>
                    <a:pt x="79822" y="5216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8" name="Google Shape;92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24"/>
          <p:cNvSpPr/>
          <p:nvPr/>
        </p:nvSpPr>
        <p:spPr>
          <a:xfrm>
            <a:off x="561600" y="381100"/>
            <a:ext cx="158400" cy="1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7"/>
          <p:cNvSpPr/>
          <p:nvPr/>
        </p:nvSpPr>
        <p:spPr>
          <a:xfrm>
            <a:off x="8784775" y="-13350"/>
            <a:ext cx="376200" cy="51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26" name="Google Shape;1026;p27"/>
          <p:cNvGrpSpPr/>
          <p:nvPr/>
        </p:nvGrpSpPr>
        <p:grpSpPr>
          <a:xfrm>
            <a:off x="5573012" y="-421525"/>
            <a:ext cx="4876885" cy="6812825"/>
            <a:chOff x="5573012" y="-421525"/>
            <a:chExt cx="4876885" cy="6812825"/>
          </a:xfrm>
        </p:grpSpPr>
        <p:grpSp>
          <p:nvGrpSpPr>
            <p:cNvPr id="1027" name="Google Shape;1027;p27"/>
            <p:cNvGrpSpPr/>
            <p:nvPr/>
          </p:nvGrpSpPr>
          <p:grpSpPr>
            <a:xfrm>
              <a:off x="7234900" y="-421525"/>
              <a:ext cx="1844700" cy="1612575"/>
              <a:chOff x="-455350" y="3743150"/>
              <a:chExt cx="1844700" cy="1612575"/>
            </a:xfrm>
          </p:grpSpPr>
          <p:sp>
            <p:nvSpPr>
              <p:cNvPr id="1028" name="Google Shape;1028;p27"/>
              <p:cNvSpPr/>
              <p:nvPr/>
            </p:nvSpPr>
            <p:spPr>
              <a:xfrm>
                <a:off x="-455350" y="3743150"/>
                <a:ext cx="1044400" cy="814650"/>
              </a:xfrm>
              <a:custGeom>
                <a:avLst/>
                <a:gdLst/>
                <a:ahLst/>
                <a:cxnLst/>
                <a:rect l="l" t="t" r="r" b="b"/>
                <a:pathLst>
                  <a:path w="41776" h="32586" extrusionOk="0">
                    <a:moveTo>
                      <a:pt x="41776" y="0"/>
                    </a:moveTo>
                    <a:lnTo>
                      <a:pt x="39938" y="12032"/>
                    </a:lnTo>
                    <a:lnTo>
                      <a:pt x="25065" y="28910"/>
                    </a:lnTo>
                    <a:lnTo>
                      <a:pt x="0" y="3258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29" name="Google Shape;1029;p27"/>
              <p:cNvSpPr/>
              <p:nvPr/>
            </p:nvSpPr>
            <p:spPr>
              <a:xfrm>
                <a:off x="456175" y="4453700"/>
                <a:ext cx="463700" cy="342550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13702" extrusionOk="0">
                    <a:moveTo>
                      <a:pt x="0" y="0"/>
                    </a:moveTo>
                    <a:lnTo>
                      <a:pt x="11697" y="3175"/>
                    </a:lnTo>
                    <a:lnTo>
                      <a:pt x="18548" y="1370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0" name="Google Shape;1030;p27"/>
              <p:cNvSpPr/>
              <p:nvPr/>
            </p:nvSpPr>
            <p:spPr>
              <a:xfrm>
                <a:off x="1017550" y="4438725"/>
                <a:ext cx="371800" cy="572350"/>
              </a:xfrm>
              <a:custGeom>
                <a:avLst/>
                <a:gdLst/>
                <a:ahLst/>
                <a:cxnLst/>
                <a:rect l="l" t="t" r="r" b="b"/>
                <a:pathLst>
                  <a:path w="14872" h="22894" extrusionOk="0">
                    <a:moveTo>
                      <a:pt x="0" y="0"/>
                    </a:moveTo>
                    <a:lnTo>
                      <a:pt x="14872" y="4512"/>
                    </a:lnTo>
                    <a:lnTo>
                      <a:pt x="8856" y="228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1" name="Google Shape;1031;p27"/>
              <p:cNvSpPr/>
              <p:nvPr/>
            </p:nvSpPr>
            <p:spPr>
              <a:xfrm>
                <a:off x="-221425" y="4716550"/>
                <a:ext cx="823000" cy="639175"/>
              </a:xfrm>
              <a:custGeom>
                <a:avLst/>
                <a:gdLst/>
                <a:ahLst/>
                <a:cxnLst/>
                <a:rect l="l" t="t" r="r" b="b"/>
                <a:pathLst>
                  <a:path w="32920" h="25567" extrusionOk="0">
                    <a:moveTo>
                      <a:pt x="0" y="0"/>
                    </a:moveTo>
                    <a:lnTo>
                      <a:pt x="27239" y="8021"/>
                    </a:lnTo>
                    <a:lnTo>
                      <a:pt x="32920" y="2556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</p:grpSp>
        <p:grpSp>
          <p:nvGrpSpPr>
            <p:cNvPr id="1032" name="Google Shape;1032;p27"/>
            <p:cNvGrpSpPr/>
            <p:nvPr/>
          </p:nvGrpSpPr>
          <p:grpSpPr>
            <a:xfrm rot="-1704309">
              <a:off x="5688049" y="3726262"/>
              <a:ext cx="4646812" cy="1659695"/>
              <a:chOff x="5868464" y="-827350"/>
              <a:chExt cx="4646843" cy="1659706"/>
            </a:xfrm>
          </p:grpSpPr>
          <p:sp>
            <p:nvSpPr>
              <p:cNvPr id="1033" name="Google Shape;1033;p27"/>
              <p:cNvSpPr/>
              <p:nvPr/>
            </p:nvSpPr>
            <p:spPr>
              <a:xfrm rot="-1602666">
                <a:off x="5931213" y="-114685"/>
                <a:ext cx="1342324" cy="597886"/>
              </a:xfrm>
              <a:custGeom>
                <a:avLst/>
                <a:gdLst/>
                <a:ahLst/>
                <a:cxnLst/>
                <a:rect l="l" t="t" r="r" b="b"/>
                <a:pathLst>
                  <a:path w="53692" h="23915" extrusionOk="0">
                    <a:moveTo>
                      <a:pt x="0" y="11606"/>
                    </a:moveTo>
                    <a:lnTo>
                      <a:pt x="28604" y="23915"/>
                    </a:lnTo>
                    <a:lnTo>
                      <a:pt x="31183" y="2227"/>
                    </a:lnTo>
                    <a:lnTo>
                      <a:pt x="53692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cxnSp>
            <p:nvCxnSpPr>
              <p:cNvPr id="1034" name="Google Shape;1034;p27"/>
              <p:cNvCxnSpPr/>
              <p:nvPr/>
            </p:nvCxnSpPr>
            <p:spPr>
              <a:xfrm rot="10800000" flipH="1">
                <a:off x="7314750" y="-237550"/>
                <a:ext cx="120900" cy="62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sp>
            <p:nvSpPr>
              <p:cNvPr id="1035" name="Google Shape;1035;p27"/>
              <p:cNvSpPr/>
              <p:nvPr/>
            </p:nvSpPr>
            <p:spPr>
              <a:xfrm>
                <a:off x="7607525" y="-603200"/>
                <a:ext cx="775550" cy="1029300"/>
              </a:xfrm>
              <a:custGeom>
                <a:avLst/>
                <a:gdLst/>
                <a:ahLst/>
                <a:cxnLst/>
                <a:rect l="l" t="t" r="r" b="b"/>
                <a:pathLst>
                  <a:path w="31022" h="41172" extrusionOk="0">
                    <a:moveTo>
                      <a:pt x="2498" y="41172"/>
                    </a:moveTo>
                    <a:lnTo>
                      <a:pt x="0" y="29304"/>
                    </a:lnTo>
                    <a:lnTo>
                      <a:pt x="15459" y="9474"/>
                    </a:lnTo>
                    <a:lnTo>
                      <a:pt x="23734" y="9942"/>
                    </a:lnTo>
                    <a:lnTo>
                      <a:pt x="31022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6" name="Google Shape;1036;p27"/>
              <p:cNvSpPr/>
              <p:nvPr/>
            </p:nvSpPr>
            <p:spPr>
              <a:xfrm>
                <a:off x="7967600" y="-83450"/>
                <a:ext cx="528400" cy="340675"/>
              </a:xfrm>
              <a:custGeom>
                <a:avLst/>
                <a:gdLst/>
                <a:ahLst/>
                <a:cxnLst/>
                <a:rect l="l" t="t" r="r" b="b"/>
                <a:pathLst>
                  <a:path w="21136" h="13627" extrusionOk="0">
                    <a:moveTo>
                      <a:pt x="0" y="10568"/>
                    </a:moveTo>
                    <a:lnTo>
                      <a:pt x="18077" y="13627"/>
                    </a:lnTo>
                    <a:lnTo>
                      <a:pt x="21136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7" name="Google Shape;1037;p27"/>
              <p:cNvSpPr/>
              <p:nvPr/>
            </p:nvSpPr>
            <p:spPr>
              <a:xfrm>
                <a:off x="9279844" y="-159194"/>
                <a:ext cx="234225" cy="991550"/>
              </a:xfrm>
              <a:custGeom>
                <a:avLst/>
                <a:gdLst/>
                <a:ahLst/>
                <a:cxnLst/>
                <a:rect l="l" t="t" r="r" b="b"/>
                <a:pathLst>
                  <a:path w="9369" h="39662" extrusionOk="0">
                    <a:moveTo>
                      <a:pt x="312" y="0"/>
                    </a:moveTo>
                    <a:lnTo>
                      <a:pt x="9369" y="8744"/>
                    </a:lnTo>
                    <a:lnTo>
                      <a:pt x="0" y="39662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8" name="Google Shape;1038;p27"/>
              <p:cNvSpPr/>
              <p:nvPr/>
            </p:nvSpPr>
            <p:spPr>
              <a:xfrm>
                <a:off x="7923725" y="367525"/>
                <a:ext cx="331800" cy="269375"/>
              </a:xfrm>
              <a:custGeom>
                <a:avLst/>
                <a:gdLst/>
                <a:ahLst/>
                <a:cxnLst/>
                <a:rect l="l" t="t" r="r" b="b"/>
                <a:pathLst>
                  <a:path w="13272" h="10775" extrusionOk="0">
                    <a:moveTo>
                      <a:pt x="0" y="0"/>
                    </a:moveTo>
                    <a:lnTo>
                      <a:pt x="13272" y="1077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39" name="Google Shape;1039;p27"/>
              <p:cNvSpPr/>
              <p:nvPr/>
            </p:nvSpPr>
            <p:spPr>
              <a:xfrm>
                <a:off x="9476933" y="-748004"/>
                <a:ext cx="1038375" cy="452825"/>
              </a:xfrm>
              <a:custGeom>
                <a:avLst/>
                <a:gdLst/>
                <a:ahLst/>
                <a:cxnLst/>
                <a:rect l="l" t="t" r="r" b="b"/>
                <a:pathLst>
                  <a:path w="41535" h="18113" extrusionOk="0">
                    <a:moveTo>
                      <a:pt x="0" y="18113"/>
                    </a:moveTo>
                    <a:lnTo>
                      <a:pt x="20455" y="0"/>
                    </a:lnTo>
                    <a:lnTo>
                      <a:pt x="41535" y="390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040" name="Google Shape;1040;p27"/>
              <p:cNvSpPr/>
              <p:nvPr/>
            </p:nvSpPr>
            <p:spPr>
              <a:xfrm>
                <a:off x="8732375" y="-827350"/>
                <a:ext cx="431075" cy="1425250"/>
              </a:xfrm>
              <a:custGeom>
                <a:avLst/>
                <a:gdLst/>
                <a:ahLst/>
                <a:cxnLst/>
                <a:rect l="l" t="t" r="r" b="b"/>
                <a:pathLst>
                  <a:path w="17243" h="57010" extrusionOk="0">
                    <a:moveTo>
                      <a:pt x="17243" y="0"/>
                    </a:moveTo>
                    <a:lnTo>
                      <a:pt x="0" y="19189"/>
                    </a:lnTo>
                    <a:lnTo>
                      <a:pt x="278" y="44774"/>
                    </a:lnTo>
                    <a:lnTo>
                      <a:pt x="11959" y="5701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</p:grpSp>
      </p:grpSp>
      <p:sp>
        <p:nvSpPr>
          <p:cNvPr id="1041" name="Google Shape;1041;p27"/>
          <p:cNvSpPr/>
          <p:nvPr/>
        </p:nvSpPr>
        <p:spPr>
          <a:xfrm>
            <a:off x="561600" y="381100"/>
            <a:ext cx="158400" cy="1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42" name="Google Shape;1042;p27"/>
          <p:cNvGrpSpPr/>
          <p:nvPr/>
        </p:nvGrpSpPr>
        <p:grpSpPr>
          <a:xfrm rot="-521004" flipH="1">
            <a:off x="7610870" y="4079274"/>
            <a:ext cx="1461593" cy="1058589"/>
            <a:chOff x="3234551" y="1124475"/>
            <a:chExt cx="2884487" cy="2089150"/>
          </a:xfrm>
        </p:grpSpPr>
        <p:sp>
          <p:nvSpPr>
            <p:cNvPr id="1043" name="Google Shape;1043;p27"/>
            <p:cNvSpPr/>
            <p:nvPr/>
          </p:nvSpPr>
          <p:spPr>
            <a:xfrm>
              <a:off x="3426638" y="1759475"/>
              <a:ext cx="608013" cy="984250"/>
            </a:xfrm>
            <a:custGeom>
              <a:avLst/>
              <a:gdLst/>
              <a:ahLst/>
              <a:cxnLst/>
              <a:rect l="l" t="t" r="r" b="b"/>
              <a:pathLst>
                <a:path w="247" h="400" extrusionOk="0">
                  <a:moveTo>
                    <a:pt x="6" y="400"/>
                  </a:moveTo>
                  <a:cubicBezTo>
                    <a:pt x="0" y="298"/>
                    <a:pt x="13" y="158"/>
                    <a:pt x="112" y="67"/>
                  </a:cubicBezTo>
                  <a:cubicBezTo>
                    <a:pt x="173" y="11"/>
                    <a:pt x="236" y="0"/>
                    <a:pt x="239" y="0"/>
                  </a:cubicBezTo>
                  <a:cubicBezTo>
                    <a:pt x="247" y="50"/>
                    <a:pt x="247" y="50"/>
                    <a:pt x="247" y="50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7" y="50"/>
                    <a:pt x="247" y="50"/>
                    <a:pt x="247" y="50"/>
                  </a:cubicBezTo>
                  <a:cubicBezTo>
                    <a:pt x="238" y="51"/>
                    <a:pt x="38" y="88"/>
                    <a:pt x="56" y="397"/>
                  </a:cubicBezTo>
                  <a:lnTo>
                    <a:pt x="6" y="4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27"/>
            <p:cNvSpPr/>
            <p:nvPr/>
          </p:nvSpPr>
          <p:spPr>
            <a:xfrm>
              <a:off x="3234551" y="1881713"/>
              <a:ext cx="512763" cy="944563"/>
            </a:xfrm>
            <a:custGeom>
              <a:avLst/>
              <a:gdLst/>
              <a:ahLst/>
              <a:cxnLst/>
              <a:rect l="l" t="t" r="r" b="b"/>
              <a:pathLst>
                <a:path w="208" h="384" extrusionOk="0">
                  <a:moveTo>
                    <a:pt x="205" y="157"/>
                  </a:moveTo>
                  <a:cubicBezTo>
                    <a:pt x="127" y="11"/>
                    <a:pt x="127" y="11"/>
                    <a:pt x="127" y="11"/>
                  </a:cubicBezTo>
                  <a:cubicBezTo>
                    <a:pt x="121" y="0"/>
                    <a:pt x="105" y="1"/>
                    <a:pt x="101" y="12"/>
                  </a:cubicBezTo>
                  <a:cubicBezTo>
                    <a:pt x="70" y="85"/>
                    <a:pt x="0" y="286"/>
                    <a:pt x="82" y="384"/>
                  </a:cubicBezTo>
                  <a:cubicBezTo>
                    <a:pt x="142" y="384"/>
                    <a:pt x="142" y="384"/>
                    <a:pt x="142" y="384"/>
                  </a:cubicBezTo>
                  <a:cubicBezTo>
                    <a:pt x="142" y="384"/>
                    <a:pt x="185" y="243"/>
                    <a:pt x="207" y="174"/>
                  </a:cubicBezTo>
                  <a:cubicBezTo>
                    <a:pt x="208" y="168"/>
                    <a:pt x="208" y="163"/>
                    <a:pt x="205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27"/>
            <p:cNvSpPr/>
            <p:nvPr/>
          </p:nvSpPr>
          <p:spPr>
            <a:xfrm>
              <a:off x="3359963" y="2826275"/>
              <a:ext cx="307975" cy="387350"/>
            </a:xfrm>
            <a:custGeom>
              <a:avLst/>
              <a:gdLst/>
              <a:ahLst/>
              <a:cxnLst/>
              <a:rect l="l" t="t" r="r" b="b"/>
              <a:pathLst>
                <a:path w="125" h="157" extrusionOk="0">
                  <a:moveTo>
                    <a:pt x="119" y="34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0" y="15"/>
                    <a:pt x="8" y="99"/>
                  </a:cubicBezTo>
                  <a:cubicBezTo>
                    <a:pt x="14" y="157"/>
                    <a:pt x="81" y="156"/>
                    <a:pt x="111" y="152"/>
                  </a:cubicBezTo>
                  <a:cubicBezTo>
                    <a:pt x="119" y="151"/>
                    <a:pt x="125" y="144"/>
                    <a:pt x="125" y="135"/>
                  </a:cubicBezTo>
                  <a:cubicBezTo>
                    <a:pt x="125" y="126"/>
                    <a:pt x="117" y="118"/>
                    <a:pt x="107" y="119"/>
                  </a:cubicBezTo>
                  <a:cubicBezTo>
                    <a:pt x="85" y="121"/>
                    <a:pt x="51" y="117"/>
                    <a:pt x="51" y="76"/>
                  </a:cubicBezTo>
                  <a:cubicBezTo>
                    <a:pt x="51" y="41"/>
                    <a:pt x="80" y="52"/>
                    <a:pt x="98" y="61"/>
                  </a:cubicBezTo>
                  <a:cubicBezTo>
                    <a:pt x="105" y="65"/>
                    <a:pt x="114" y="63"/>
                    <a:pt x="119" y="57"/>
                  </a:cubicBezTo>
                  <a:cubicBezTo>
                    <a:pt x="125" y="50"/>
                    <a:pt x="125" y="41"/>
                    <a:pt x="119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27"/>
            <p:cNvSpPr/>
            <p:nvPr/>
          </p:nvSpPr>
          <p:spPr>
            <a:xfrm>
              <a:off x="3502838" y="2142063"/>
              <a:ext cx="244475" cy="684213"/>
            </a:xfrm>
            <a:custGeom>
              <a:avLst/>
              <a:gdLst/>
              <a:ahLst/>
              <a:cxnLst/>
              <a:rect l="l" t="t" r="r" b="b"/>
              <a:pathLst>
                <a:path w="99" h="278" extrusionOk="0">
                  <a:moveTo>
                    <a:pt x="98" y="68"/>
                  </a:moveTo>
                  <a:cubicBezTo>
                    <a:pt x="99" y="62"/>
                    <a:pt x="99" y="57"/>
                    <a:pt x="96" y="5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" y="83"/>
                    <a:pt x="0" y="278"/>
                    <a:pt x="0" y="278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33" y="278"/>
                    <a:pt x="33" y="278"/>
                    <a:pt x="33" y="278"/>
                  </a:cubicBezTo>
                  <a:cubicBezTo>
                    <a:pt x="33" y="278"/>
                    <a:pt x="76" y="137"/>
                    <a:pt x="98" y="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27"/>
            <p:cNvSpPr/>
            <p:nvPr/>
          </p:nvSpPr>
          <p:spPr>
            <a:xfrm>
              <a:off x="5318938" y="1759475"/>
              <a:ext cx="608013" cy="984250"/>
            </a:xfrm>
            <a:custGeom>
              <a:avLst/>
              <a:gdLst/>
              <a:ahLst/>
              <a:cxnLst/>
              <a:rect l="l" t="t" r="r" b="b"/>
              <a:pathLst>
                <a:path w="247" h="400" extrusionOk="0">
                  <a:moveTo>
                    <a:pt x="241" y="400"/>
                  </a:moveTo>
                  <a:cubicBezTo>
                    <a:pt x="190" y="397"/>
                    <a:pt x="190" y="397"/>
                    <a:pt x="190" y="397"/>
                  </a:cubicBezTo>
                  <a:cubicBezTo>
                    <a:pt x="209" y="88"/>
                    <a:pt x="8" y="51"/>
                    <a:pt x="0" y="5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74" y="11"/>
                    <a:pt x="134" y="67"/>
                  </a:cubicBezTo>
                  <a:cubicBezTo>
                    <a:pt x="233" y="158"/>
                    <a:pt x="247" y="298"/>
                    <a:pt x="241" y="4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27"/>
            <p:cNvSpPr/>
            <p:nvPr/>
          </p:nvSpPr>
          <p:spPr>
            <a:xfrm>
              <a:off x="5604688" y="1881713"/>
              <a:ext cx="514350" cy="944563"/>
            </a:xfrm>
            <a:custGeom>
              <a:avLst/>
              <a:gdLst/>
              <a:ahLst/>
              <a:cxnLst/>
              <a:rect l="l" t="t" r="r" b="b"/>
              <a:pathLst>
                <a:path w="209" h="384" extrusionOk="0">
                  <a:moveTo>
                    <a:pt x="3" y="157"/>
                  </a:moveTo>
                  <a:cubicBezTo>
                    <a:pt x="82" y="11"/>
                    <a:pt x="82" y="11"/>
                    <a:pt x="82" y="11"/>
                  </a:cubicBezTo>
                  <a:cubicBezTo>
                    <a:pt x="88" y="0"/>
                    <a:pt x="103" y="1"/>
                    <a:pt x="108" y="12"/>
                  </a:cubicBezTo>
                  <a:cubicBezTo>
                    <a:pt x="138" y="85"/>
                    <a:pt x="209" y="286"/>
                    <a:pt x="126" y="384"/>
                  </a:cubicBezTo>
                  <a:cubicBezTo>
                    <a:pt x="67" y="384"/>
                    <a:pt x="67" y="384"/>
                    <a:pt x="67" y="384"/>
                  </a:cubicBezTo>
                  <a:cubicBezTo>
                    <a:pt x="67" y="384"/>
                    <a:pt x="24" y="243"/>
                    <a:pt x="2" y="174"/>
                  </a:cubicBezTo>
                  <a:cubicBezTo>
                    <a:pt x="0" y="168"/>
                    <a:pt x="1" y="163"/>
                    <a:pt x="3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27"/>
            <p:cNvSpPr/>
            <p:nvPr/>
          </p:nvSpPr>
          <p:spPr>
            <a:xfrm>
              <a:off x="5682476" y="2826275"/>
              <a:ext cx="307975" cy="387350"/>
            </a:xfrm>
            <a:custGeom>
              <a:avLst/>
              <a:gdLst/>
              <a:ahLst/>
              <a:cxnLst/>
              <a:rect l="l" t="t" r="r" b="b"/>
              <a:pathLst>
                <a:path w="125" h="157" extrusionOk="0">
                  <a:moveTo>
                    <a:pt x="6" y="34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125" y="15"/>
                    <a:pt x="117" y="99"/>
                  </a:cubicBezTo>
                  <a:cubicBezTo>
                    <a:pt x="112" y="157"/>
                    <a:pt x="45" y="156"/>
                    <a:pt x="15" y="152"/>
                  </a:cubicBezTo>
                  <a:cubicBezTo>
                    <a:pt x="6" y="151"/>
                    <a:pt x="0" y="144"/>
                    <a:pt x="0" y="135"/>
                  </a:cubicBezTo>
                  <a:cubicBezTo>
                    <a:pt x="0" y="126"/>
                    <a:pt x="9" y="118"/>
                    <a:pt x="18" y="119"/>
                  </a:cubicBezTo>
                  <a:cubicBezTo>
                    <a:pt x="40" y="121"/>
                    <a:pt x="75" y="117"/>
                    <a:pt x="75" y="76"/>
                  </a:cubicBezTo>
                  <a:cubicBezTo>
                    <a:pt x="75" y="41"/>
                    <a:pt x="45" y="52"/>
                    <a:pt x="28" y="61"/>
                  </a:cubicBezTo>
                  <a:cubicBezTo>
                    <a:pt x="21" y="65"/>
                    <a:pt x="12" y="63"/>
                    <a:pt x="6" y="57"/>
                  </a:cubicBezTo>
                  <a:cubicBezTo>
                    <a:pt x="1" y="50"/>
                    <a:pt x="1" y="41"/>
                    <a:pt x="6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27"/>
            <p:cNvSpPr/>
            <p:nvPr/>
          </p:nvSpPr>
          <p:spPr>
            <a:xfrm>
              <a:off x="5604688" y="2142063"/>
              <a:ext cx="246063" cy="684213"/>
            </a:xfrm>
            <a:custGeom>
              <a:avLst/>
              <a:gdLst/>
              <a:ahLst/>
              <a:cxnLst/>
              <a:rect l="l" t="t" r="r" b="b"/>
              <a:pathLst>
                <a:path w="100" h="278" extrusionOk="0">
                  <a:moveTo>
                    <a:pt x="2" y="68"/>
                  </a:moveTo>
                  <a:cubicBezTo>
                    <a:pt x="0" y="62"/>
                    <a:pt x="1" y="57"/>
                    <a:pt x="3" y="5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96" y="83"/>
                    <a:pt x="100" y="278"/>
                    <a:pt x="100" y="278"/>
                  </a:cubicBezTo>
                  <a:cubicBezTo>
                    <a:pt x="100" y="278"/>
                    <a:pt x="100" y="278"/>
                    <a:pt x="100" y="278"/>
                  </a:cubicBezTo>
                  <a:cubicBezTo>
                    <a:pt x="67" y="278"/>
                    <a:pt x="67" y="278"/>
                    <a:pt x="67" y="278"/>
                  </a:cubicBezTo>
                  <a:cubicBezTo>
                    <a:pt x="67" y="278"/>
                    <a:pt x="24" y="137"/>
                    <a:pt x="2" y="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7"/>
            <p:cNvSpPr/>
            <p:nvPr/>
          </p:nvSpPr>
          <p:spPr>
            <a:xfrm>
              <a:off x="3923526" y="1124475"/>
              <a:ext cx="366713" cy="766763"/>
            </a:xfrm>
            <a:custGeom>
              <a:avLst/>
              <a:gdLst/>
              <a:ahLst/>
              <a:cxnLst/>
              <a:rect l="l" t="t" r="r" b="b"/>
              <a:pathLst>
                <a:path w="149" h="312" extrusionOk="0">
                  <a:moveTo>
                    <a:pt x="149" y="49"/>
                  </a:moveTo>
                  <a:cubicBezTo>
                    <a:pt x="127" y="62"/>
                    <a:pt x="107" y="77"/>
                    <a:pt x="89" y="95"/>
                  </a:cubicBezTo>
                  <a:cubicBezTo>
                    <a:pt x="34" y="151"/>
                    <a:pt x="0" y="227"/>
                    <a:pt x="0" y="31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4"/>
                    <a:pt x="37" y="0"/>
                    <a:pt x="70" y="14"/>
                  </a:cubicBezTo>
                  <a:lnTo>
                    <a:pt x="149" y="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7"/>
            <p:cNvSpPr/>
            <p:nvPr/>
          </p:nvSpPr>
          <p:spPr>
            <a:xfrm>
              <a:off x="5060176" y="1124475"/>
              <a:ext cx="369888" cy="766763"/>
            </a:xfrm>
            <a:custGeom>
              <a:avLst/>
              <a:gdLst/>
              <a:ahLst/>
              <a:cxnLst/>
              <a:rect l="l" t="t" r="r" b="b"/>
              <a:pathLst>
                <a:path w="150" h="312" extrusionOk="0">
                  <a:moveTo>
                    <a:pt x="150" y="60"/>
                  </a:moveTo>
                  <a:cubicBezTo>
                    <a:pt x="150" y="312"/>
                    <a:pt x="150" y="312"/>
                    <a:pt x="150" y="312"/>
                  </a:cubicBezTo>
                  <a:cubicBezTo>
                    <a:pt x="150" y="200"/>
                    <a:pt x="90" y="102"/>
                    <a:pt x="0" y="49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113" y="0"/>
                    <a:pt x="150" y="24"/>
                    <a:pt x="150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7"/>
            <p:cNvSpPr/>
            <p:nvPr/>
          </p:nvSpPr>
          <p:spPr>
            <a:xfrm>
              <a:off x="3923526" y="1138763"/>
              <a:ext cx="1506537" cy="1154113"/>
            </a:xfrm>
            <a:custGeom>
              <a:avLst/>
              <a:gdLst/>
              <a:ahLst/>
              <a:cxnLst/>
              <a:rect l="l" t="t" r="r" b="b"/>
              <a:pathLst>
                <a:path w="612" h="469" extrusionOk="0">
                  <a:moveTo>
                    <a:pt x="612" y="469"/>
                  </a:moveTo>
                  <a:cubicBezTo>
                    <a:pt x="612" y="306"/>
                    <a:pt x="612" y="306"/>
                    <a:pt x="612" y="306"/>
                  </a:cubicBezTo>
                  <a:cubicBezTo>
                    <a:pt x="612" y="137"/>
                    <a:pt x="475" y="0"/>
                    <a:pt x="306" y="0"/>
                  </a:cubicBezTo>
                  <a:cubicBezTo>
                    <a:pt x="137" y="0"/>
                    <a:pt x="0" y="137"/>
                    <a:pt x="0" y="306"/>
                  </a:cubicBezTo>
                  <a:cubicBezTo>
                    <a:pt x="0" y="469"/>
                    <a:pt x="0" y="469"/>
                    <a:pt x="0" y="469"/>
                  </a:cubicBezTo>
                  <a:lnTo>
                    <a:pt x="612" y="46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7"/>
            <p:cNvSpPr/>
            <p:nvPr/>
          </p:nvSpPr>
          <p:spPr>
            <a:xfrm>
              <a:off x="3923526" y="2191275"/>
              <a:ext cx="1506537" cy="42863"/>
            </a:xfrm>
            <a:custGeom>
              <a:avLst/>
              <a:gdLst/>
              <a:ahLst/>
              <a:cxnLst/>
              <a:rect l="l" t="t" r="r" b="b"/>
              <a:pathLst>
                <a:path w="612" h="17" extrusionOk="0">
                  <a:moveTo>
                    <a:pt x="0" y="0"/>
                  </a:moveTo>
                  <a:cubicBezTo>
                    <a:pt x="0" y="6"/>
                    <a:pt x="0" y="12"/>
                    <a:pt x="0" y="17"/>
                  </a:cubicBezTo>
                  <a:cubicBezTo>
                    <a:pt x="612" y="17"/>
                    <a:pt x="612" y="17"/>
                    <a:pt x="612" y="17"/>
                  </a:cubicBezTo>
                  <a:cubicBezTo>
                    <a:pt x="612" y="12"/>
                    <a:pt x="612" y="6"/>
                    <a:pt x="61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4056876" y="1268938"/>
              <a:ext cx="1239900" cy="812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27"/>
            <p:cNvSpPr/>
            <p:nvPr/>
          </p:nvSpPr>
          <p:spPr>
            <a:xfrm>
              <a:off x="3923526" y="2292875"/>
              <a:ext cx="1506537" cy="474663"/>
            </a:xfrm>
            <a:custGeom>
              <a:avLst/>
              <a:gdLst/>
              <a:ahLst/>
              <a:cxnLst/>
              <a:rect l="l" t="t" r="r" b="b"/>
              <a:pathLst>
                <a:path w="612" h="193" extrusionOk="0">
                  <a:moveTo>
                    <a:pt x="612" y="0"/>
                  </a:moveTo>
                  <a:cubicBezTo>
                    <a:pt x="612" y="107"/>
                    <a:pt x="475" y="193"/>
                    <a:pt x="306" y="193"/>
                  </a:cubicBezTo>
                  <a:cubicBezTo>
                    <a:pt x="137" y="193"/>
                    <a:pt x="0" y="107"/>
                    <a:pt x="0" y="0"/>
                  </a:cubicBezTo>
                  <a:lnTo>
                    <a:pt x="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27"/>
            <p:cNvSpPr/>
            <p:nvPr/>
          </p:nvSpPr>
          <p:spPr>
            <a:xfrm>
              <a:off x="3923526" y="2292875"/>
              <a:ext cx="1506537" cy="77788"/>
            </a:xfrm>
            <a:custGeom>
              <a:avLst/>
              <a:gdLst/>
              <a:ahLst/>
              <a:cxnLst/>
              <a:rect l="l" t="t" r="r" b="b"/>
              <a:pathLst>
                <a:path w="612" h="32" extrusionOk="0">
                  <a:moveTo>
                    <a:pt x="608" y="32"/>
                  </a:moveTo>
                  <a:cubicBezTo>
                    <a:pt x="610" y="21"/>
                    <a:pt x="612" y="11"/>
                    <a:pt x="6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1" y="21"/>
                    <a:pt x="4" y="32"/>
                  </a:cubicBezTo>
                  <a:lnTo>
                    <a:pt x="608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27"/>
            <p:cNvSpPr/>
            <p:nvPr/>
          </p:nvSpPr>
          <p:spPr>
            <a:xfrm>
              <a:off x="4231501" y="1576913"/>
              <a:ext cx="206400" cy="317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7"/>
            <p:cNvSpPr/>
            <p:nvPr/>
          </p:nvSpPr>
          <p:spPr>
            <a:xfrm>
              <a:off x="4915713" y="1576913"/>
              <a:ext cx="203100" cy="317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7"/>
            <p:cNvSpPr/>
            <p:nvPr/>
          </p:nvSpPr>
          <p:spPr>
            <a:xfrm>
              <a:off x="4361676" y="2534175"/>
              <a:ext cx="630238" cy="233363"/>
            </a:xfrm>
            <a:custGeom>
              <a:avLst/>
              <a:gdLst/>
              <a:ahLst/>
              <a:cxnLst/>
              <a:rect l="l" t="t" r="r" b="b"/>
              <a:pathLst>
                <a:path w="256" h="95" extrusionOk="0">
                  <a:moveTo>
                    <a:pt x="0" y="77"/>
                  </a:moveTo>
                  <a:cubicBezTo>
                    <a:pt x="39" y="88"/>
                    <a:pt x="82" y="95"/>
                    <a:pt x="128" y="95"/>
                  </a:cubicBezTo>
                  <a:cubicBezTo>
                    <a:pt x="173" y="95"/>
                    <a:pt x="217" y="88"/>
                    <a:pt x="256" y="77"/>
                  </a:cubicBezTo>
                  <a:cubicBezTo>
                    <a:pt x="236" y="32"/>
                    <a:pt x="186" y="0"/>
                    <a:pt x="128" y="0"/>
                  </a:cubicBezTo>
                  <a:cubicBezTo>
                    <a:pt x="70" y="0"/>
                    <a:pt x="20" y="32"/>
                    <a:pt x="0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8"/>
          <p:cNvSpPr/>
          <p:nvPr/>
        </p:nvSpPr>
        <p:spPr>
          <a:xfrm>
            <a:off x="6264826" y="0"/>
            <a:ext cx="2888100" cy="51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3" name="Google Shape;1063;p28"/>
          <p:cNvSpPr/>
          <p:nvPr/>
        </p:nvSpPr>
        <p:spPr>
          <a:xfrm>
            <a:off x="519725" y="790150"/>
            <a:ext cx="193500" cy="19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64" name="Google Shape;1064;p28"/>
          <p:cNvGrpSpPr/>
          <p:nvPr/>
        </p:nvGrpSpPr>
        <p:grpSpPr>
          <a:xfrm>
            <a:off x="5168725" y="1165588"/>
            <a:ext cx="2200025" cy="3442990"/>
            <a:chOff x="5478500" y="1165589"/>
            <a:chExt cx="2200025" cy="3442990"/>
          </a:xfrm>
        </p:grpSpPr>
        <p:grpSp>
          <p:nvGrpSpPr>
            <p:cNvPr id="1065" name="Google Shape;1065;p28"/>
            <p:cNvGrpSpPr/>
            <p:nvPr/>
          </p:nvGrpSpPr>
          <p:grpSpPr>
            <a:xfrm>
              <a:off x="5640312" y="1165588"/>
              <a:ext cx="1858506" cy="3442990"/>
              <a:chOff x="2898962" y="1165589"/>
              <a:chExt cx="1858506" cy="3442990"/>
            </a:xfrm>
          </p:grpSpPr>
          <p:sp>
            <p:nvSpPr>
              <p:cNvPr id="1066" name="Google Shape;1066;p28"/>
              <p:cNvSpPr/>
              <p:nvPr/>
            </p:nvSpPr>
            <p:spPr>
              <a:xfrm>
                <a:off x="3175338" y="1375139"/>
                <a:ext cx="328613" cy="41433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08" extrusionOk="0">
                    <a:moveTo>
                      <a:pt x="233" y="154"/>
                    </a:moveTo>
                    <a:cubicBezTo>
                      <a:pt x="233" y="69"/>
                      <a:pt x="181" y="0"/>
                      <a:pt x="116" y="0"/>
                    </a:cubicBezTo>
                    <a:cubicBezTo>
                      <a:pt x="52" y="0"/>
                      <a:pt x="0" y="69"/>
                      <a:pt x="0" y="154"/>
                    </a:cubicBezTo>
                    <a:cubicBezTo>
                      <a:pt x="0" y="239"/>
                      <a:pt x="114" y="308"/>
                      <a:pt x="179" y="308"/>
                    </a:cubicBezTo>
                    <a:cubicBezTo>
                      <a:pt x="244" y="308"/>
                      <a:pt x="233" y="239"/>
                      <a:pt x="23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28"/>
              <p:cNvSpPr/>
              <p:nvPr/>
            </p:nvSpPr>
            <p:spPr>
              <a:xfrm>
                <a:off x="4245313" y="1375139"/>
                <a:ext cx="328613" cy="41433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08" extrusionOk="0">
                    <a:moveTo>
                      <a:pt x="10" y="154"/>
                    </a:moveTo>
                    <a:cubicBezTo>
                      <a:pt x="10" y="69"/>
                      <a:pt x="63" y="0"/>
                      <a:pt x="127" y="0"/>
                    </a:cubicBezTo>
                    <a:cubicBezTo>
                      <a:pt x="192" y="0"/>
                      <a:pt x="244" y="69"/>
                      <a:pt x="244" y="154"/>
                    </a:cubicBezTo>
                    <a:cubicBezTo>
                      <a:pt x="244" y="239"/>
                      <a:pt x="129" y="308"/>
                      <a:pt x="65" y="308"/>
                    </a:cubicBezTo>
                    <a:cubicBezTo>
                      <a:pt x="0" y="308"/>
                      <a:pt x="10" y="239"/>
                      <a:pt x="10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28"/>
              <p:cNvSpPr/>
              <p:nvPr/>
            </p:nvSpPr>
            <p:spPr>
              <a:xfrm>
                <a:off x="3310275" y="1165588"/>
                <a:ext cx="1128713" cy="927099"/>
              </a:xfrm>
              <a:custGeom>
                <a:avLst/>
                <a:gdLst/>
                <a:ahLst/>
                <a:cxnLst/>
                <a:rect l="l" t="t" r="r" b="b"/>
                <a:pathLst>
                  <a:path w="838" h="689" extrusionOk="0">
                    <a:moveTo>
                      <a:pt x="344" y="597"/>
                    </a:moveTo>
                    <a:cubicBezTo>
                      <a:pt x="340" y="597"/>
                      <a:pt x="336" y="593"/>
                      <a:pt x="336" y="589"/>
                    </a:cubicBezTo>
                    <a:cubicBezTo>
                      <a:pt x="336" y="568"/>
                      <a:pt x="336" y="568"/>
                      <a:pt x="336" y="568"/>
                    </a:cubicBezTo>
                    <a:cubicBezTo>
                      <a:pt x="336" y="564"/>
                      <a:pt x="340" y="561"/>
                      <a:pt x="344" y="561"/>
                    </a:cubicBezTo>
                    <a:cubicBezTo>
                      <a:pt x="494" y="561"/>
                      <a:pt x="494" y="561"/>
                      <a:pt x="494" y="561"/>
                    </a:cubicBezTo>
                    <a:cubicBezTo>
                      <a:pt x="498" y="561"/>
                      <a:pt x="501" y="564"/>
                      <a:pt x="501" y="568"/>
                    </a:cubicBezTo>
                    <a:cubicBezTo>
                      <a:pt x="501" y="589"/>
                      <a:pt x="501" y="589"/>
                      <a:pt x="501" y="589"/>
                    </a:cubicBezTo>
                    <a:cubicBezTo>
                      <a:pt x="501" y="593"/>
                      <a:pt x="498" y="597"/>
                      <a:pt x="494" y="597"/>
                    </a:cubicBezTo>
                    <a:cubicBezTo>
                      <a:pt x="344" y="597"/>
                      <a:pt x="344" y="597"/>
                      <a:pt x="344" y="597"/>
                    </a:cubicBezTo>
                    <a:moveTo>
                      <a:pt x="691" y="76"/>
                    </a:moveTo>
                    <a:cubicBezTo>
                      <a:pt x="649" y="116"/>
                      <a:pt x="543" y="145"/>
                      <a:pt x="419" y="145"/>
                    </a:cubicBezTo>
                    <a:cubicBezTo>
                      <a:pt x="294" y="145"/>
                      <a:pt x="188" y="116"/>
                      <a:pt x="147" y="76"/>
                    </a:cubicBezTo>
                    <a:cubicBezTo>
                      <a:pt x="147" y="76"/>
                      <a:pt x="147" y="76"/>
                      <a:pt x="147" y="76"/>
                    </a:cubicBezTo>
                    <a:cubicBezTo>
                      <a:pt x="109" y="100"/>
                      <a:pt x="76" y="129"/>
                      <a:pt x="50" y="161"/>
                    </a:cubicBezTo>
                    <a:cubicBezTo>
                      <a:pt x="97" y="181"/>
                      <a:pt x="132" y="239"/>
                      <a:pt x="132" y="309"/>
                    </a:cubicBezTo>
                    <a:cubicBezTo>
                      <a:pt x="132" y="394"/>
                      <a:pt x="143" y="463"/>
                      <a:pt x="78" y="463"/>
                    </a:cubicBezTo>
                    <a:cubicBezTo>
                      <a:pt x="56" y="463"/>
                      <a:pt x="27" y="455"/>
                      <a:pt x="0" y="440"/>
                    </a:cubicBezTo>
                    <a:cubicBezTo>
                      <a:pt x="52" y="584"/>
                      <a:pt x="220" y="689"/>
                      <a:pt x="419" y="689"/>
                    </a:cubicBezTo>
                    <a:cubicBezTo>
                      <a:pt x="618" y="689"/>
                      <a:pt x="786" y="584"/>
                      <a:pt x="838" y="440"/>
                    </a:cubicBezTo>
                    <a:cubicBezTo>
                      <a:pt x="810" y="455"/>
                      <a:pt x="782" y="463"/>
                      <a:pt x="760" y="463"/>
                    </a:cubicBezTo>
                    <a:cubicBezTo>
                      <a:pt x="695" y="463"/>
                      <a:pt x="705" y="394"/>
                      <a:pt x="705" y="309"/>
                    </a:cubicBezTo>
                    <a:cubicBezTo>
                      <a:pt x="705" y="239"/>
                      <a:pt x="740" y="181"/>
                      <a:pt x="788" y="161"/>
                    </a:cubicBezTo>
                    <a:cubicBezTo>
                      <a:pt x="762" y="129"/>
                      <a:pt x="729" y="100"/>
                      <a:pt x="691" y="76"/>
                    </a:cubicBezTo>
                    <a:cubicBezTo>
                      <a:pt x="691" y="76"/>
                      <a:pt x="691" y="76"/>
                      <a:pt x="691" y="76"/>
                    </a:cubicBezTo>
                    <a:moveTo>
                      <a:pt x="419" y="0"/>
                    </a:moveTo>
                    <a:cubicBezTo>
                      <a:pt x="324" y="0"/>
                      <a:pt x="237" y="24"/>
                      <a:pt x="166" y="64"/>
                    </a:cubicBezTo>
                    <a:cubicBezTo>
                      <a:pt x="201" y="94"/>
                      <a:pt x="291" y="124"/>
                      <a:pt x="419" y="124"/>
                    </a:cubicBezTo>
                    <a:cubicBezTo>
                      <a:pt x="547" y="124"/>
                      <a:pt x="637" y="94"/>
                      <a:pt x="672" y="64"/>
                    </a:cubicBezTo>
                    <a:cubicBezTo>
                      <a:pt x="601" y="24"/>
                      <a:pt x="513" y="0"/>
                      <a:pt x="41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28"/>
              <p:cNvSpPr/>
              <p:nvPr/>
            </p:nvSpPr>
            <p:spPr>
              <a:xfrm>
                <a:off x="3288050" y="1383075"/>
                <a:ext cx="2159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302" extrusionOk="0">
                    <a:moveTo>
                      <a:pt x="67" y="0"/>
                    </a:moveTo>
                    <a:cubicBezTo>
                      <a:pt x="24" y="53"/>
                      <a:pt x="0" y="116"/>
                      <a:pt x="0" y="184"/>
                    </a:cubicBezTo>
                    <a:cubicBezTo>
                      <a:pt x="0" y="217"/>
                      <a:pt x="6" y="249"/>
                      <a:pt x="17" y="279"/>
                    </a:cubicBezTo>
                    <a:cubicBezTo>
                      <a:pt x="44" y="294"/>
                      <a:pt x="73" y="302"/>
                      <a:pt x="95" y="302"/>
                    </a:cubicBezTo>
                    <a:cubicBezTo>
                      <a:pt x="160" y="302"/>
                      <a:pt x="149" y="233"/>
                      <a:pt x="149" y="148"/>
                    </a:cubicBezTo>
                    <a:cubicBezTo>
                      <a:pt x="149" y="78"/>
                      <a:pt x="114" y="20"/>
                      <a:pt x="67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28"/>
              <p:cNvSpPr/>
              <p:nvPr/>
            </p:nvSpPr>
            <p:spPr>
              <a:xfrm>
                <a:off x="4245313" y="1383075"/>
                <a:ext cx="2159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302" extrusionOk="0">
                    <a:moveTo>
                      <a:pt x="93" y="0"/>
                    </a:moveTo>
                    <a:cubicBezTo>
                      <a:pt x="45" y="20"/>
                      <a:pt x="10" y="78"/>
                      <a:pt x="10" y="148"/>
                    </a:cubicBezTo>
                    <a:cubicBezTo>
                      <a:pt x="10" y="233"/>
                      <a:pt x="0" y="302"/>
                      <a:pt x="65" y="302"/>
                    </a:cubicBezTo>
                    <a:cubicBezTo>
                      <a:pt x="87" y="302"/>
                      <a:pt x="115" y="294"/>
                      <a:pt x="143" y="279"/>
                    </a:cubicBezTo>
                    <a:cubicBezTo>
                      <a:pt x="154" y="249"/>
                      <a:pt x="160" y="217"/>
                      <a:pt x="160" y="184"/>
                    </a:cubicBezTo>
                    <a:cubicBezTo>
                      <a:pt x="160" y="116"/>
                      <a:pt x="135" y="53"/>
                      <a:pt x="93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28"/>
              <p:cNvSpPr/>
              <p:nvPr/>
            </p:nvSpPr>
            <p:spPr>
              <a:xfrm>
                <a:off x="3394413" y="1435463"/>
                <a:ext cx="960300" cy="374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28"/>
              <p:cNvSpPr/>
              <p:nvPr/>
            </p:nvSpPr>
            <p:spPr>
              <a:xfrm>
                <a:off x="3584913" y="1533888"/>
                <a:ext cx="111000" cy="160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28"/>
              <p:cNvSpPr/>
              <p:nvPr/>
            </p:nvSpPr>
            <p:spPr>
              <a:xfrm>
                <a:off x="4051638" y="1533888"/>
                <a:ext cx="112800" cy="160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28"/>
              <p:cNvSpPr/>
              <p:nvPr/>
            </p:nvSpPr>
            <p:spPr>
              <a:xfrm>
                <a:off x="3508713" y="1251314"/>
                <a:ext cx="731838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544" h="81" extrusionOk="0">
                    <a:moveTo>
                      <a:pt x="525" y="0"/>
                    </a:moveTo>
                    <a:cubicBezTo>
                      <a:pt x="490" y="30"/>
                      <a:pt x="400" y="60"/>
                      <a:pt x="272" y="60"/>
                    </a:cubicBezTo>
                    <a:cubicBezTo>
                      <a:pt x="144" y="60"/>
                      <a:pt x="54" y="3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2" y="4"/>
                      <a:pt x="6" y="8"/>
                      <a:pt x="0" y="12"/>
                    </a:cubicBezTo>
                    <a:cubicBezTo>
                      <a:pt x="41" y="52"/>
                      <a:pt x="147" y="81"/>
                      <a:pt x="272" y="81"/>
                    </a:cubicBezTo>
                    <a:cubicBezTo>
                      <a:pt x="396" y="81"/>
                      <a:pt x="502" y="52"/>
                      <a:pt x="544" y="12"/>
                    </a:cubicBezTo>
                    <a:cubicBezTo>
                      <a:pt x="538" y="8"/>
                      <a:pt x="531" y="4"/>
                      <a:pt x="525" y="0"/>
                    </a:cubicBezTo>
                    <a:cubicBezTo>
                      <a:pt x="525" y="0"/>
                      <a:pt x="525" y="0"/>
                      <a:pt x="525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28"/>
              <p:cNvSpPr/>
              <p:nvPr/>
            </p:nvSpPr>
            <p:spPr>
              <a:xfrm>
                <a:off x="3762713" y="1921239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65" h="36" extrusionOk="0">
                    <a:moveTo>
                      <a:pt x="15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2"/>
                      <a:pt x="4" y="36"/>
                      <a:pt x="8" y="36"/>
                    </a:cubicBezTo>
                    <a:cubicBezTo>
                      <a:pt x="158" y="36"/>
                      <a:pt x="158" y="36"/>
                      <a:pt x="158" y="36"/>
                    </a:cubicBezTo>
                    <a:cubicBezTo>
                      <a:pt x="162" y="36"/>
                      <a:pt x="165" y="32"/>
                      <a:pt x="165" y="28"/>
                    </a:cubicBezTo>
                    <a:cubicBezTo>
                      <a:pt x="165" y="7"/>
                      <a:pt x="165" y="7"/>
                      <a:pt x="165" y="7"/>
                    </a:cubicBezTo>
                    <a:cubicBezTo>
                      <a:pt x="165" y="3"/>
                      <a:pt x="162" y="0"/>
                      <a:pt x="158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6" name="Google Shape;1076;p28"/>
              <p:cNvGrpSpPr/>
              <p:nvPr/>
            </p:nvGrpSpPr>
            <p:grpSpPr>
              <a:xfrm>
                <a:off x="2898962" y="3006449"/>
                <a:ext cx="1858506" cy="1602129"/>
                <a:chOff x="5746112" y="3052999"/>
                <a:chExt cx="1858506" cy="1602129"/>
              </a:xfrm>
            </p:grpSpPr>
            <p:sp>
              <p:nvSpPr>
                <p:cNvPr id="1077" name="Google Shape;1077;p28"/>
                <p:cNvSpPr/>
                <p:nvPr/>
              </p:nvSpPr>
              <p:spPr>
                <a:xfrm>
                  <a:off x="6165409" y="3373142"/>
                  <a:ext cx="296058" cy="713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504" extrusionOk="0">
                      <a:moveTo>
                        <a:pt x="128" y="504"/>
                      </a:moveTo>
                      <a:lnTo>
                        <a:pt x="0" y="482"/>
                      </a:lnTo>
                      <a:lnTo>
                        <a:pt x="80" y="0"/>
                      </a:lnTo>
                      <a:lnTo>
                        <a:pt x="209" y="22"/>
                      </a:lnTo>
                      <a:lnTo>
                        <a:pt x="128" y="5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28"/>
                <p:cNvSpPr/>
                <p:nvPr/>
              </p:nvSpPr>
              <p:spPr>
                <a:xfrm>
                  <a:off x="5746112" y="4421396"/>
                  <a:ext cx="658693" cy="233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07" extrusionOk="0">
                      <a:moveTo>
                        <a:pt x="300" y="76"/>
                      </a:move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24" y="28"/>
                        <a:pt x="0" y="107"/>
                        <a:pt x="0" y="107"/>
                      </a:cubicBezTo>
                      <a:cubicBezTo>
                        <a:pt x="300" y="107"/>
                        <a:pt x="300" y="107"/>
                        <a:pt x="300" y="107"/>
                      </a:cubicBezTo>
                      <a:lnTo>
                        <a:pt x="300" y="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28"/>
                <p:cNvSpPr/>
                <p:nvPr/>
              </p:nvSpPr>
              <p:spPr>
                <a:xfrm>
                  <a:off x="5933095" y="3723031"/>
                  <a:ext cx="471709" cy="864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" h="610" extrusionOk="0">
                      <a:moveTo>
                        <a:pt x="0" y="493"/>
                      </a:moveTo>
                      <a:lnTo>
                        <a:pt x="164" y="0"/>
                      </a:lnTo>
                      <a:lnTo>
                        <a:pt x="254" y="122"/>
                      </a:lnTo>
                      <a:lnTo>
                        <a:pt x="333" y="175"/>
                      </a:lnTo>
                      <a:lnTo>
                        <a:pt x="333" y="610"/>
                      </a:lnTo>
                      <a:lnTo>
                        <a:pt x="0" y="49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28"/>
                <p:cNvSpPr/>
                <p:nvPr/>
              </p:nvSpPr>
              <p:spPr>
                <a:xfrm>
                  <a:off x="5933095" y="4401564"/>
                  <a:ext cx="471709" cy="185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" h="131" extrusionOk="0">
                      <a:moveTo>
                        <a:pt x="0" y="14"/>
                      </a:moveTo>
                      <a:lnTo>
                        <a:pt x="333" y="131"/>
                      </a:lnTo>
                      <a:lnTo>
                        <a:pt x="333" y="114"/>
                      </a:lnTo>
                      <a:lnTo>
                        <a:pt x="6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1" name="Google Shape;1081;p28"/>
                <p:cNvSpPr/>
                <p:nvPr/>
              </p:nvSpPr>
              <p:spPr>
                <a:xfrm>
                  <a:off x="5978425" y="3723031"/>
                  <a:ext cx="267727" cy="56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258" extrusionOk="0">
                      <a:moveTo>
                        <a:pt x="111" y="75"/>
                      </a:move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61" y="248"/>
                        <a:pt x="122" y="133"/>
                        <a:pt x="111" y="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2" name="Google Shape;1082;p28"/>
                <p:cNvSpPr/>
                <p:nvPr/>
              </p:nvSpPr>
              <p:spPr>
                <a:xfrm>
                  <a:off x="6246152" y="3895852"/>
                  <a:ext cx="158653" cy="691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88" extrusionOk="0">
                      <a:moveTo>
                        <a:pt x="112" y="488"/>
                      </a:moveTo>
                      <a:lnTo>
                        <a:pt x="112" y="53"/>
                      </a:lnTo>
                      <a:lnTo>
                        <a:pt x="33" y="0"/>
                      </a:lnTo>
                      <a:lnTo>
                        <a:pt x="0" y="450"/>
                      </a:lnTo>
                      <a:lnTo>
                        <a:pt x="112" y="4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28"/>
                <p:cNvSpPr/>
                <p:nvPr/>
              </p:nvSpPr>
              <p:spPr>
                <a:xfrm>
                  <a:off x="6889263" y="3373142"/>
                  <a:ext cx="296058" cy="713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504" extrusionOk="0">
                      <a:moveTo>
                        <a:pt x="82" y="504"/>
                      </a:moveTo>
                      <a:lnTo>
                        <a:pt x="209" y="482"/>
                      </a:lnTo>
                      <a:lnTo>
                        <a:pt x="129" y="0"/>
                      </a:lnTo>
                      <a:lnTo>
                        <a:pt x="0" y="22"/>
                      </a:lnTo>
                      <a:lnTo>
                        <a:pt x="82" y="5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28"/>
                <p:cNvSpPr/>
                <p:nvPr/>
              </p:nvSpPr>
              <p:spPr>
                <a:xfrm>
                  <a:off x="6945924" y="4421396"/>
                  <a:ext cx="658693" cy="233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" h="107" extrusionOk="0">
                      <a:moveTo>
                        <a:pt x="0" y="76"/>
                      </a:moveTo>
                      <a:cubicBezTo>
                        <a:pt x="215" y="0"/>
                        <a:pt x="215" y="0"/>
                        <a:pt x="215" y="0"/>
                      </a:cubicBezTo>
                      <a:cubicBezTo>
                        <a:pt x="276" y="28"/>
                        <a:pt x="300" y="107"/>
                        <a:pt x="300" y="107"/>
                      </a:cubicBezTo>
                      <a:cubicBezTo>
                        <a:pt x="0" y="107"/>
                        <a:pt x="0" y="107"/>
                        <a:pt x="0" y="107"/>
                      </a:cubicBezTo>
                      <a:lnTo>
                        <a:pt x="0" y="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28"/>
                <p:cNvSpPr/>
                <p:nvPr/>
              </p:nvSpPr>
              <p:spPr>
                <a:xfrm>
                  <a:off x="6945924" y="3723031"/>
                  <a:ext cx="473126" cy="864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" h="610" extrusionOk="0">
                      <a:moveTo>
                        <a:pt x="334" y="493"/>
                      </a:moveTo>
                      <a:lnTo>
                        <a:pt x="169" y="0"/>
                      </a:lnTo>
                      <a:lnTo>
                        <a:pt x="80" y="122"/>
                      </a:lnTo>
                      <a:lnTo>
                        <a:pt x="0" y="175"/>
                      </a:lnTo>
                      <a:lnTo>
                        <a:pt x="0" y="610"/>
                      </a:lnTo>
                      <a:lnTo>
                        <a:pt x="334" y="49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28"/>
                <p:cNvSpPr/>
                <p:nvPr/>
              </p:nvSpPr>
              <p:spPr>
                <a:xfrm>
                  <a:off x="6945924" y="4401564"/>
                  <a:ext cx="473126" cy="185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" h="131" extrusionOk="0">
                      <a:moveTo>
                        <a:pt x="334" y="14"/>
                      </a:moveTo>
                      <a:lnTo>
                        <a:pt x="0" y="131"/>
                      </a:lnTo>
                      <a:lnTo>
                        <a:pt x="0" y="114"/>
                      </a:lnTo>
                      <a:lnTo>
                        <a:pt x="327" y="0"/>
                      </a:lnTo>
                      <a:lnTo>
                        <a:pt x="334" y="1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28"/>
                <p:cNvSpPr/>
                <p:nvPr/>
              </p:nvSpPr>
              <p:spPr>
                <a:xfrm>
                  <a:off x="7104577" y="3723031"/>
                  <a:ext cx="267727" cy="56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258" extrusionOk="0">
                      <a:moveTo>
                        <a:pt x="11" y="75"/>
                      </a:move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122" y="258"/>
                        <a:pt x="122" y="258"/>
                        <a:pt x="122" y="258"/>
                      </a:cubicBezTo>
                      <a:cubicBezTo>
                        <a:pt x="62" y="248"/>
                        <a:pt x="0" y="133"/>
                        <a:pt x="11" y="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28"/>
                <p:cNvSpPr/>
                <p:nvPr/>
              </p:nvSpPr>
              <p:spPr>
                <a:xfrm>
                  <a:off x="6945924" y="3895852"/>
                  <a:ext cx="158653" cy="691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88" extrusionOk="0">
                      <a:moveTo>
                        <a:pt x="0" y="488"/>
                      </a:moveTo>
                      <a:lnTo>
                        <a:pt x="0" y="53"/>
                      </a:lnTo>
                      <a:lnTo>
                        <a:pt x="80" y="0"/>
                      </a:lnTo>
                      <a:lnTo>
                        <a:pt x="112" y="450"/>
                      </a:lnTo>
                      <a:lnTo>
                        <a:pt x="0" y="4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28"/>
                <p:cNvSpPr/>
                <p:nvPr/>
              </p:nvSpPr>
              <p:spPr>
                <a:xfrm>
                  <a:off x="6118663" y="3052999"/>
                  <a:ext cx="1086490" cy="526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240" extrusionOk="0">
                      <a:moveTo>
                        <a:pt x="495" y="51"/>
                      </a:moveTo>
                      <a:cubicBezTo>
                        <a:pt x="495" y="72"/>
                        <a:pt x="495" y="72"/>
                        <a:pt x="495" y="72"/>
                      </a:cubicBezTo>
                      <a:cubicBezTo>
                        <a:pt x="495" y="87"/>
                        <a:pt x="489" y="100"/>
                        <a:pt x="478" y="110"/>
                      </a:cubicBezTo>
                      <a:cubicBezTo>
                        <a:pt x="367" y="212"/>
                        <a:pt x="367" y="212"/>
                        <a:pt x="367" y="212"/>
                      </a:cubicBezTo>
                      <a:cubicBezTo>
                        <a:pt x="359" y="220"/>
                        <a:pt x="349" y="226"/>
                        <a:pt x="339" y="231"/>
                      </a:cubicBezTo>
                      <a:cubicBezTo>
                        <a:pt x="325" y="237"/>
                        <a:pt x="311" y="240"/>
                        <a:pt x="296" y="240"/>
                      </a:cubicBezTo>
                      <a:cubicBezTo>
                        <a:pt x="199" y="240"/>
                        <a:pt x="199" y="240"/>
                        <a:pt x="199" y="240"/>
                      </a:cubicBezTo>
                      <a:cubicBezTo>
                        <a:pt x="184" y="240"/>
                        <a:pt x="169" y="237"/>
                        <a:pt x="156" y="231"/>
                      </a:cubicBezTo>
                      <a:cubicBezTo>
                        <a:pt x="146" y="226"/>
                        <a:pt x="136" y="220"/>
                        <a:pt x="128" y="212"/>
                      </a:cubicBezTo>
                      <a:cubicBezTo>
                        <a:pt x="17" y="110"/>
                        <a:pt x="17" y="110"/>
                        <a:pt x="17" y="110"/>
                      </a:cubicBezTo>
                      <a:cubicBezTo>
                        <a:pt x="6" y="100"/>
                        <a:pt x="0" y="87"/>
                        <a:pt x="0" y="72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23"/>
                        <a:pt x="23" y="0"/>
                        <a:pt x="51" y="0"/>
                      </a:cubicBezTo>
                      <a:cubicBezTo>
                        <a:pt x="444" y="0"/>
                        <a:pt x="444" y="0"/>
                        <a:pt x="444" y="0"/>
                      </a:cubicBezTo>
                      <a:cubicBezTo>
                        <a:pt x="472" y="0"/>
                        <a:pt x="495" y="23"/>
                        <a:pt x="495" y="5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28"/>
                <p:cNvSpPr/>
                <p:nvPr/>
              </p:nvSpPr>
              <p:spPr>
                <a:xfrm>
                  <a:off x="6118663" y="3052999"/>
                  <a:ext cx="1086490" cy="114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52" extrusionOk="0">
                      <a:moveTo>
                        <a:pt x="495" y="52"/>
                      </a:moveTo>
                      <a:cubicBezTo>
                        <a:pt x="495" y="51"/>
                        <a:pt x="495" y="51"/>
                        <a:pt x="495" y="51"/>
                      </a:cubicBezTo>
                      <a:cubicBezTo>
                        <a:pt x="495" y="23"/>
                        <a:pt x="472" y="0"/>
                        <a:pt x="444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3"/>
                        <a:pt x="0" y="51"/>
                      </a:cubicBezTo>
                      <a:cubicBezTo>
                        <a:pt x="0" y="52"/>
                        <a:pt x="0" y="52"/>
                        <a:pt x="0" y="52"/>
                      </a:cubicBezTo>
                      <a:lnTo>
                        <a:pt x="495" y="5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28"/>
                <p:cNvSpPr/>
                <p:nvPr/>
              </p:nvSpPr>
              <p:spPr>
                <a:xfrm>
                  <a:off x="6461467" y="3299480"/>
                  <a:ext cx="402298" cy="280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28" extrusionOk="0">
                      <a:moveTo>
                        <a:pt x="183" y="119"/>
                      </a:moveTo>
                      <a:cubicBezTo>
                        <a:pt x="169" y="125"/>
                        <a:pt x="155" y="128"/>
                        <a:pt x="140" y="128"/>
                      </a:cubicBezTo>
                      <a:cubicBezTo>
                        <a:pt x="43" y="128"/>
                        <a:pt x="43" y="128"/>
                        <a:pt x="43" y="128"/>
                      </a:cubicBezTo>
                      <a:cubicBezTo>
                        <a:pt x="28" y="128"/>
                        <a:pt x="13" y="125"/>
                        <a:pt x="0" y="119"/>
                      </a:cubicBezTo>
                      <a:cubicBezTo>
                        <a:pt x="24" y="25"/>
                        <a:pt x="24" y="25"/>
                        <a:pt x="24" y="25"/>
                      </a:cubicBezTo>
                      <a:cubicBezTo>
                        <a:pt x="28" y="11"/>
                        <a:pt x="41" y="0"/>
                        <a:pt x="56" y="0"/>
                      </a:cubicBezTo>
                      <a:cubicBezTo>
                        <a:pt x="127" y="0"/>
                        <a:pt x="127" y="0"/>
                        <a:pt x="127" y="0"/>
                      </a:cubicBezTo>
                      <a:cubicBezTo>
                        <a:pt x="142" y="0"/>
                        <a:pt x="155" y="11"/>
                        <a:pt x="159" y="25"/>
                      </a:cubicBezTo>
                      <a:lnTo>
                        <a:pt x="183" y="11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92" name="Google Shape;1092;p28"/>
              <p:cNvGrpSpPr/>
              <p:nvPr/>
            </p:nvGrpSpPr>
            <p:grpSpPr>
              <a:xfrm>
                <a:off x="3176275" y="2079946"/>
                <a:ext cx="1303874" cy="927100"/>
                <a:chOff x="3157350" y="2079946"/>
                <a:chExt cx="1303874" cy="927100"/>
              </a:xfrm>
            </p:grpSpPr>
            <p:sp>
              <p:nvSpPr>
                <p:cNvPr id="1093" name="Google Shape;1093;p28"/>
                <p:cNvSpPr/>
                <p:nvPr/>
              </p:nvSpPr>
              <p:spPr>
                <a:xfrm>
                  <a:off x="3447845" y="2785577"/>
                  <a:ext cx="721924" cy="22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" h="231" extrusionOk="0">
                      <a:moveTo>
                        <a:pt x="753" y="0"/>
                      </a:moveTo>
                      <a:lnTo>
                        <a:pt x="0" y="0"/>
                      </a:lnTo>
                      <a:lnTo>
                        <a:pt x="62" y="231"/>
                      </a:lnTo>
                      <a:lnTo>
                        <a:pt x="691" y="231"/>
                      </a:lnTo>
                      <a:lnTo>
                        <a:pt x="75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28"/>
                <p:cNvSpPr/>
                <p:nvPr/>
              </p:nvSpPr>
              <p:spPr>
                <a:xfrm>
                  <a:off x="3157350" y="2079946"/>
                  <a:ext cx="415131" cy="347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234" extrusionOk="0">
                      <a:moveTo>
                        <a:pt x="280" y="0"/>
                      </a:moveTo>
                      <a:cubicBezTo>
                        <a:pt x="69" y="0"/>
                        <a:pt x="69" y="0"/>
                        <a:pt x="69" y="0"/>
                      </a:cubicBezTo>
                      <a:cubicBezTo>
                        <a:pt x="28" y="0"/>
                        <a:pt x="0" y="42"/>
                        <a:pt x="16" y="80"/>
                      </a:cubicBezTo>
                      <a:cubicBezTo>
                        <a:pt x="44" y="145"/>
                        <a:pt x="93" y="226"/>
                        <a:pt x="169" y="234"/>
                      </a:cubicBezTo>
                      <a:lnTo>
                        <a:pt x="2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28"/>
                <p:cNvSpPr/>
                <p:nvPr/>
              </p:nvSpPr>
              <p:spPr>
                <a:xfrm>
                  <a:off x="4045135" y="2079946"/>
                  <a:ext cx="416089" cy="347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234" extrusionOk="0">
                      <a:moveTo>
                        <a:pt x="0" y="0"/>
                      </a:moveTo>
                      <a:cubicBezTo>
                        <a:pt x="210" y="0"/>
                        <a:pt x="210" y="0"/>
                        <a:pt x="210" y="0"/>
                      </a:cubicBezTo>
                      <a:cubicBezTo>
                        <a:pt x="252" y="0"/>
                        <a:pt x="280" y="42"/>
                        <a:pt x="263" y="80"/>
                      </a:cubicBezTo>
                      <a:cubicBezTo>
                        <a:pt x="236" y="145"/>
                        <a:pt x="187" y="226"/>
                        <a:pt x="111" y="234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28"/>
                <p:cNvSpPr/>
                <p:nvPr/>
              </p:nvSpPr>
              <p:spPr>
                <a:xfrm>
                  <a:off x="3338550" y="2079946"/>
                  <a:ext cx="941474" cy="808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544" extrusionOk="0">
                      <a:moveTo>
                        <a:pt x="634" y="125"/>
                      </a:moveTo>
                      <a:cubicBezTo>
                        <a:pt x="634" y="375"/>
                        <a:pt x="634" y="375"/>
                        <a:pt x="634" y="375"/>
                      </a:cubicBezTo>
                      <a:cubicBezTo>
                        <a:pt x="634" y="411"/>
                        <a:pt x="620" y="474"/>
                        <a:pt x="598" y="526"/>
                      </a:cubicBezTo>
                      <a:cubicBezTo>
                        <a:pt x="593" y="537"/>
                        <a:pt x="583" y="544"/>
                        <a:pt x="571" y="544"/>
                      </a:cubicBezTo>
                      <a:cubicBezTo>
                        <a:pt x="500" y="544"/>
                        <a:pt x="500" y="544"/>
                        <a:pt x="500" y="544"/>
                      </a:cubicBezTo>
                      <a:cubicBezTo>
                        <a:pt x="481" y="544"/>
                        <a:pt x="463" y="536"/>
                        <a:pt x="450" y="523"/>
                      </a:cubicBezTo>
                      <a:cubicBezTo>
                        <a:pt x="448" y="521"/>
                        <a:pt x="448" y="521"/>
                        <a:pt x="448" y="521"/>
                      </a:cubicBezTo>
                      <a:cubicBezTo>
                        <a:pt x="435" y="508"/>
                        <a:pt x="417" y="500"/>
                        <a:pt x="398" y="500"/>
                      </a:cubicBezTo>
                      <a:cubicBezTo>
                        <a:pt x="236" y="500"/>
                        <a:pt x="236" y="500"/>
                        <a:pt x="236" y="500"/>
                      </a:cubicBezTo>
                      <a:cubicBezTo>
                        <a:pt x="217" y="500"/>
                        <a:pt x="199" y="508"/>
                        <a:pt x="186" y="521"/>
                      </a:cubicBezTo>
                      <a:cubicBezTo>
                        <a:pt x="184" y="523"/>
                        <a:pt x="184" y="523"/>
                        <a:pt x="184" y="523"/>
                      </a:cubicBezTo>
                      <a:cubicBezTo>
                        <a:pt x="171" y="536"/>
                        <a:pt x="152" y="544"/>
                        <a:pt x="134" y="544"/>
                      </a:cubicBezTo>
                      <a:cubicBezTo>
                        <a:pt x="62" y="544"/>
                        <a:pt x="62" y="544"/>
                        <a:pt x="62" y="544"/>
                      </a:cubicBezTo>
                      <a:cubicBezTo>
                        <a:pt x="51" y="544"/>
                        <a:pt x="41" y="537"/>
                        <a:pt x="36" y="526"/>
                      </a:cubicBezTo>
                      <a:cubicBezTo>
                        <a:pt x="14" y="474"/>
                        <a:pt x="0" y="411"/>
                        <a:pt x="0" y="375"/>
                      </a:cubicBezTo>
                      <a:cubicBezTo>
                        <a:pt x="0" y="125"/>
                        <a:pt x="0" y="125"/>
                        <a:pt x="0" y="125"/>
                      </a:cubicBezTo>
                      <a:cubicBezTo>
                        <a:pt x="0" y="56"/>
                        <a:pt x="50" y="0"/>
                        <a:pt x="113" y="0"/>
                      </a:cubicBezTo>
                      <a:cubicBezTo>
                        <a:pt x="521" y="0"/>
                        <a:pt x="521" y="0"/>
                        <a:pt x="521" y="0"/>
                      </a:cubicBezTo>
                      <a:cubicBezTo>
                        <a:pt x="583" y="0"/>
                        <a:pt x="634" y="56"/>
                        <a:pt x="634" y="12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28"/>
                <p:cNvSpPr/>
                <p:nvPr/>
              </p:nvSpPr>
              <p:spPr>
                <a:xfrm>
                  <a:off x="3338550" y="2579448"/>
                  <a:ext cx="941474" cy="148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100" extrusionOk="0">
                      <a:moveTo>
                        <a:pt x="626" y="100"/>
                      </a:moveTo>
                      <a:cubicBezTo>
                        <a:pt x="631" y="77"/>
                        <a:pt x="634" y="55"/>
                        <a:pt x="634" y="39"/>
                      </a:cubicBezTo>
                      <a:cubicBezTo>
                        <a:pt x="634" y="0"/>
                        <a:pt x="634" y="0"/>
                        <a:pt x="63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55"/>
                        <a:pt x="2" y="77"/>
                        <a:pt x="8" y="100"/>
                      </a:cubicBezTo>
                      <a:cubicBezTo>
                        <a:pt x="626" y="100"/>
                        <a:pt x="626" y="100"/>
                        <a:pt x="626" y="100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28"/>
                <p:cNvSpPr/>
                <p:nvPr/>
              </p:nvSpPr>
              <p:spPr>
                <a:xfrm>
                  <a:off x="3436341" y="2341681"/>
                  <a:ext cx="745893" cy="344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" h="232" extrusionOk="0">
                      <a:moveTo>
                        <a:pt x="30" y="205"/>
                      </a:moveTo>
                      <a:cubicBezTo>
                        <a:pt x="3" y="38"/>
                        <a:pt x="3" y="38"/>
                        <a:pt x="3" y="38"/>
                      </a:cubicBezTo>
                      <a:cubicBezTo>
                        <a:pt x="0" y="18"/>
                        <a:pt x="15" y="0"/>
                        <a:pt x="35" y="0"/>
                      </a:cubicBezTo>
                      <a:cubicBezTo>
                        <a:pt x="467" y="0"/>
                        <a:pt x="467" y="0"/>
                        <a:pt x="467" y="0"/>
                      </a:cubicBezTo>
                      <a:cubicBezTo>
                        <a:pt x="487" y="0"/>
                        <a:pt x="502" y="18"/>
                        <a:pt x="499" y="38"/>
                      </a:cubicBezTo>
                      <a:cubicBezTo>
                        <a:pt x="471" y="205"/>
                        <a:pt x="471" y="205"/>
                        <a:pt x="471" y="205"/>
                      </a:cubicBezTo>
                      <a:cubicBezTo>
                        <a:pt x="469" y="220"/>
                        <a:pt x="455" y="232"/>
                        <a:pt x="440" y="232"/>
                      </a:cubicBezTo>
                      <a:cubicBezTo>
                        <a:pt x="62" y="232"/>
                        <a:pt x="62" y="232"/>
                        <a:pt x="62" y="232"/>
                      </a:cubicBezTo>
                      <a:cubicBezTo>
                        <a:pt x="46" y="232"/>
                        <a:pt x="33" y="220"/>
                        <a:pt x="30" y="205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28"/>
                <p:cNvSpPr/>
                <p:nvPr/>
              </p:nvSpPr>
              <p:spPr>
                <a:xfrm>
                  <a:off x="3471814" y="2374278"/>
                  <a:ext cx="674947" cy="278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4" h="188" extrusionOk="0">
                      <a:moveTo>
                        <a:pt x="38" y="188"/>
                      </a:moveTo>
                      <a:cubicBezTo>
                        <a:pt x="33" y="188"/>
                        <a:pt x="29" y="184"/>
                        <a:pt x="28" y="179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0" y="8"/>
                        <a:pt x="2" y="5"/>
                        <a:pt x="3" y="4"/>
                      </a:cubicBezTo>
                      <a:cubicBezTo>
                        <a:pt x="4" y="3"/>
                        <a:pt x="7" y="0"/>
                        <a:pt x="11" y="0"/>
                      </a:cubicBezTo>
                      <a:cubicBezTo>
                        <a:pt x="443" y="0"/>
                        <a:pt x="443" y="0"/>
                        <a:pt x="443" y="0"/>
                      </a:cubicBezTo>
                      <a:cubicBezTo>
                        <a:pt x="447" y="0"/>
                        <a:pt x="450" y="3"/>
                        <a:pt x="451" y="4"/>
                      </a:cubicBezTo>
                      <a:cubicBezTo>
                        <a:pt x="452" y="5"/>
                        <a:pt x="454" y="8"/>
                        <a:pt x="453" y="12"/>
                      </a:cubicBezTo>
                      <a:cubicBezTo>
                        <a:pt x="426" y="179"/>
                        <a:pt x="426" y="179"/>
                        <a:pt x="426" y="179"/>
                      </a:cubicBezTo>
                      <a:cubicBezTo>
                        <a:pt x="425" y="184"/>
                        <a:pt x="421" y="188"/>
                        <a:pt x="416" y="188"/>
                      </a:cubicBezTo>
                      <a:cubicBezTo>
                        <a:pt x="38" y="188"/>
                        <a:pt x="38" y="188"/>
                        <a:pt x="38" y="188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28"/>
                <p:cNvSpPr/>
                <p:nvPr/>
              </p:nvSpPr>
              <p:spPr>
                <a:xfrm>
                  <a:off x="3507287" y="2406876"/>
                  <a:ext cx="602082" cy="213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223" extrusionOk="0">
                      <a:moveTo>
                        <a:pt x="628" y="0"/>
                      </a:moveTo>
                      <a:lnTo>
                        <a:pt x="0" y="0"/>
                      </a:lnTo>
                      <a:lnTo>
                        <a:pt x="37" y="223"/>
                      </a:lnTo>
                      <a:lnTo>
                        <a:pt x="592" y="223"/>
                      </a:lnTo>
                      <a:lnTo>
                        <a:pt x="628" y="0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28"/>
                <p:cNvSpPr/>
                <p:nvPr/>
              </p:nvSpPr>
              <p:spPr>
                <a:xfrm>
                  <a:off x="3542760" y="2079946"/>
                  <a:ext cx="531137" cy="78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" h="53" extrusionOk="0">
                      <a:moveTo>
                        <a:pt x="357" y="0"/>
                      </a:moveTo>
                      <a:cubicBezTo>
                        <a:pt x="357" y="0"/>
                        <a:pt x="357" y="0"/>
                        <a:pt x="357" y="0"/>
                      </a:cubicBezTo>
                      <a:cubicBezTo>
                        <a:pt x="348" y="32"/>
                        <a:pt x="319" y="53"/>
                        <a:pt x="285" y="53"/>
                      </a:cubicBezTo>
                      <a:cubicBezTo>
                        <a:pt x="72" y="53"/>
                        <a:pt x="72" y="53"/>
                        <a:pt x="72" y="53"/>
                      </a:cubicBezTo>
                      <a:cubicBezTo>
                        <a:pt x="39" y="53"/>
                        <a:pt x="10" y="32"/>
                        <a:pt x="0" y="0"/>
                      </a:cubicBezTo>
                      <a:lnTo>
                        <a:pt x="3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2" name="Google Shape;1102;p28"/>
            <p:cNvGrpSpPr/>
            <p:nvPr/>
          </p:nvGrpSpPr>
          <p:grpSpPr>
            <a:xfrm>
              <a:off x="5478500" y="2107147"/>
              <a:ext cx="741900" cy="1121750"/>
              <a:chOff x="5478500" y="2107147"/>
              <a:chExt cx="741900" cy="1121750"/>
            </a:xfrm>
          </p:grpSpPr>
          <p:sp>
            <p:nvSpPr>
              <p:cNvPr id="1103" name="Google Shape;1103;p28"/>
              <p:cNvSpPr/>
              <p:nvPr/>
            </p:nvSpPr>
            <p:spPr>
              <a:xfrm>
                <a:off x="5791879" y="2820556"/>
                <a:ext cx="428521" cy="408341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22" extrusionOk="0">
                    <a:moveTo>
                      <a:pt x="191" y="132"/>
                    </a:moveTo>
                    <a:cubicBezTo>
                      <a:pt x="191" y="132"/>
                      <a:pt x="191" y="132"/>
                      <a:pt x="191" y="132"/>
                    </a:cubicBezTo>
                    <a:cubicBezTo>
                      <a:pt x="213" y="136"/>
                      <a:pt x="233" y="116"/>
                      <a:pt x="228" y="94"/>
                    </a:cubicBezTo>
                    <a:cubicBezTo>
                      <a:pt x="218" y="50"/>
                      <a:pt x="183" y="15"/>
                      <a:pt x="135" y="8"/>
                    </a:cubicBezTo>
                    <a:cubicBezTo>
                      <a:pt x="79" y="0"/>
                      <a:pt x="25" y="36"/>
                      <a:pt x="11" y="92"/>
                    </a:cubicBezTo>
                    <a:cubicBezTo>
                      <a:pt x="0" y="138"/>
                      <a:pt x="20" y="184"/>
                      <a:pt x="57" y="209"/>
                    </a:cubicBezTo>
                    <a:cubicBezTo>
                      <a:pt x="75" y="222"/>
                      <a:pt x="101" y="212"/>
                      <a:pt x="106" y="189"/>
                    </a:cubicBezTo>
                    <a:cubicBezTo>
                      <a:pt x="108" y="177"/>
                      <a:pt x="103" y="164"/>
                      <a:pt x="93" y="158"/>
                    </a:cubicBezTo>
                    <a:cubicBezTo>
                      <a:pt x="77" y="147"/>
                      <a:pt x="69" y="128"/>
                      <a:pt x="73" y="108"/>
                    </a:cubicBezTo>
                    <a:cubicBezTo>
                      <a:pt x="78" y="83"/>
                      <a:pt x="103" y="66"/>
                      <a:pt x="128" y="71"/>
                    </a:cubicBezTo>
                    <a:cubicBezTo>
                      <a:pt x="148" y="74"/>
                      <a:pt x="162" y="89"/>
                      <a:pt x="166" y="108"/>
                    </a:cubicBezTo>
                    <a:cubicBezTo>
                      <a:pt x="169" y="120"/>
                      <a:pt x="179" y="129"/>
                      <a:pt x="191" y="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28"/>
              <p:cNvSpPr/>
              <p:nvPr/>
            </p:nvSpPr>
            <p:spPr>
              <a:xfrm>
                <a:off x="5537852" y="2107147"/>
                <a:ext cx="512801" cy="400032"/>
              </a:xfrm>
              <a:custGeom>
                <a:avLst/>
                <a:gdLst/>
                <a:ahLst/>
                <a:cxnLst/>
                <a:rect l="l" t="t" r="r" b="b"/>
                <a:pathLst>
                  <a:path w="432" h="337" extrusionOk="0">
                    <a:moveTo>
                      <a:pt x="65" y="337"/>
                    </a:moveTo>
                    <a:lnTo>
                      <a:pt x="0" y="237"/>
                    </a:lnTo>
                    <a:lnTo>
                      <a:pt x="367" y="0"/>
                    </a:lnTo>
                    <a:lnTo>
                      <a:pt x="432" y="100"/>
                    </a:lnTo>
                    <a:lnTo>
                      <a:pt x="65" y="3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5478500" y="2323188"/>
                <a:ext cx="549599" cy="6243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339" extrusionOk="0">
                    <a:moveTo>
                      <a:pt x="284" y="268"/>
                    </a:moveTo>
                    <a:cubicBezTo>
                      <a:pt x="185" y="332"/>
                      <a:pt x="185" y="332"/>
                      <a:pt x="185" y="332"/>
                    </a:cubicBezTo>
                    <a:cubicBezTo>
                      <a:pt x="173" y="339"/>
                      <a:pt x="158" y="336"/>
                      <a:pt x="151" y="324"/>
                    </a:cubicBezTo>
                    <a:cubicBezTo>
                      <a:pt x="134" y="298"/>
                      <a:pt x="134" y="298"/>
                      <a:pt x="134" y="298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0" y="87"/>
                      <a:pt x="8" y="47"/>
                      <a:pt x="38" y="2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92" y="0"/>
                      <a:pt x="109" y="4"/>
                      <a:pt x="118" y="16"/>
                    </a:cubicBezTo>
                    <a:cubicBezTo>
                      <a:pt x="260" y="200"/>
                      <a:pt x="260" y="200"/>
                      <a:pt x="260" y="200"/>
                    </a:cubicBezTo>
                    <a:cubicBezTo>
                      <a:pt x="268" y="209"/>
                      <a:pt x="268" y="209"/>
                      <a:pt x="268" y="209"/>
                    </a:cubicBezTo>
                    <a:cubicBezTo>
                      <a:pt x="288" y="231"/>
                      <a:pt x="288" y="231"/>
                      <a:pt x="288" y="231"/>
                    </a:cubicBezTo>
                    <a:cubicBezTo>
                      <a:pt x="299" y="242"/>
                      <a:pt x="296" y="260"/>
                      <a:pt x="284" y="2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5585334" y="2323188"/>
                <a:ext cx="442766" cy="531793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89" extrusionOk="0">
                    <a:moveTo>
                      <a:pt x="230" y="231"/>
                    </a:moveTo>
                    <a:cubicBezTo>
                      <a:pt x="210" y="209"/>
                      <a:pt x="210" y="209"/>
                      <a:pt x="210" y="209"/>
                    </a:cubicBezTo>
                    <a:cubicBezTo>
                      <a:pt x="202" y="200"/>
                      <a:pt x="202" y="200"/>
                      <a:pt x="202" y="200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1" y="4"/>
                      <a:pt x="34" y="0"/>
                      <a:pt x="21" y="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29" y="58"/>
                      <a:pt x="134" y="207"/>
                      <a:pt x="193" y="289"/>
                    </a:cubicBezTo>
                    <a:cubicBezTo>
                      <a:pt x="226" y="268"/>
                      <a:pt x="226" y="268"/>
                      <a:pt x="226" y="268"/>
                    </a:cubicBezTo>
                    <a:cubicBezTo>
                      <a:pt x="238" y="260"/>
                      <a:pt x="241" y="242"/>
                      <a:pt x="230" y="2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7" name="Google Shape;1107;p28"/>
            <p:cNvGrpSpPr/>
            <p:nvPr/>
          </p:nvGrpSpPr>
          <p:grpSpPr>
            <a:xfrm flipH="1">
              <a:off x="6936625" y="2107147"/>
              <a:ext cx="741900" cy="1121750"/>
              <a:chOff x="5478500" y="2107147"/>
              <a:chExt cx="741900" cy="1121750"/>
            </a:xfrm>
          </p:grpSpPr>
          <p:sp>
            <p:nvSpPr>
              <p:cNvPr id="1108" name="Google Shape;1108;p28"/>
              <p:cNvSpPr/>
              <p:nvPr/>
            </p:nvSpPr>
            <p:spPr>
              <a:xfrm>
                <a:off x="5791879" y="2820556"/>
                <a:ext cx="428521" cy="408341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22" extrusionOk="0">
                    <a:moveTo>
                      <a:pt x="191" y="132"/>
                    </a:moveTo>
                    <a:cubicBezTo>
                      <a:pt x="191" y="132"/>
                      <a:pt x="191" y="132"/>
                      <a:pt x="191" y="132"/>
                    </a:cubicBezTo>
                    <a:cubicBezTo>
                      <a:pt x="213" y="136"/>
                      <a:pt x="233" y="116"/>
                      <a:pt x="228" y="94"/>
                    </a:cubicBezTo>
                    <a:cubicBezTo>
                      <a:pt x="218" y="50"/>
                      <a:pt x="183" y="15"/>
                      <a:pt x="135" y="8"/>
                    </a:cubicBezTo>
                    <a:cubicBezTo>
                      <a:pt x="79" y="0"/>
                      <a:pt x="25" y="36"/>
                      <a:pt x="11" y="92"/>
                    </a:cubicBezTo>
                    <a:cubicBezTo>
                      <a:pt x="0" y="138"/>
                      <a:pt x="20" y="184"/>
                      <a:pt x="57" y="209"/>
                    </a:cubicBezTo>
                    <a:cubicBezTo>
                      <a:pt x="75" y="222"/>
                      <a:pt x="101" y="212"/>
                      <a:pt x="106" y="189"/>
                    </a:cubicBezTo>
                    <a:cubicBezTo>
                      <a:pt x="108" y="177"/>
                      <a:pt x="103" y="164"/>
                      <a:pt x="93" y="158"/>
                    </a:cubicBezTo>
                    <a:cubicBezTo>
                      <a:pt x="77" y="147"/>
                      <a:pt x="69" y="128"/>
                      <a:pt x="73" y="108"/>
                    </a:cubicBezTo>
                    <a:cubicBezTo>
                      <a:pt x="78" y="83"/>
                      <a:pt x="103" y="66"/>
                      <a:pt x="128" y="71"/>
                    </a:cubicBezTo>
                    <a:cubicBezTo>
                      <a:pt x="148" y="74"/>
                      <a:pt x="162" y="89"/>
                      <a:pt x="166" y="108"/>
                    </a:cubicBezTo>
                    <a:cubicBezTo>
                      <a:pt x="169" y="120"/>
                      <a:pt x="179" y="129"/>
                      <a:pt x="191" y="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28"/>
              <p:cNvSpPr/>
              <p:nvPr/>
            </p:nvSpPr>
            <p:spPr>
              <a:xfrm>
                <a:off x="5537852" y="2107147"/>
                <a:ext cx="512801" cy="400032"/>
              </a:xfrm>
              <a:custGeom>
                <a:avLst/>
                <a:gdLst/>
                <a:ahLst/>
                <a:cxnLst/>
                <a:rect l="l" t="t" r="r" b="b"/>
                <a:pathLst>
                  <a:path w="432" h="337" extrusionOk="0">
                    <a:moveTo>
                      <a:pt x="65" y="337"/>
                    </a:moveTo>
                    <a:lnTo>
                      <a:pt x="0" y="237"/>
                    </a:lnTo>
                    <a:lnTo>
                      <a:pt x="367" y="0"/>
                    </a:lnTo>
                    <a:lnTo>
                      <a:pt x="432" y="100"/>
                    </a:lnTo>
                    <a:lnTo>
                      <a:pt x="65" y="3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28"/>
              <p:cNvSpPr/>
              <p:nvPr/>
            </p:nvSpPr>
            <p:spPr>
              <a:xfrm>
                <a:off x="5478500" y="2323188"/>
                <a:ext cx="549599" cy="6243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339" extrusionOk="0">
                    <a:moveTo>
                      <a:pt x="284" y="268"/>
                    </a:moveTo>
                    <a:cubicBezTo>
                      <a:pt x="185" y="332"/>
                      <a:pt x="185" y="332"/>
                      <a:pt x="185" y="332"/>
                    </a:cubicBezTo>
                    <a:cubicBezTo>
                      <a:pt x="173" y="339"/>
                      <a:pt x="158" y="336"/>
                      <a:pt x="151" y="324"/>
                    </a:cubicBezTo>
                    <a:cubicBezTo>
                      <a:pt x="134" y="298"/>
                      <a:pt x="134" y="298"/>
                      <a:pt x="134" y="298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0" y="87"/>
                      <a:pt x="8" y="47"/>
                      <a:pt x="38" y="2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92" y="0"/>
                      <a:pt x="109" y="4"/>
                      <a:pt x="118" y="16"/>
                    </a:cubicBezTo>
                    <a:cubicBezTo>
                      <a:pt x="260" y="200"/>
                      <a:pt x="260" y="200"/>
                      <a:pt x="260" y="200"/>
                    </a:cubicBezTo>
                    <a:cubicBezTo>
                      <a:pt x="268" y="209"/>
                      <a:pt x="268" y="209"/>
                      <a:pt x="268" y="209"/>
                    </a:cubicBezTo>
                    <a:cubicBezTo>
                      <a:pt x="288" y="231"/>
                      <a:pt x="288" y="231"/>
                      <a:pt x="288" y="231"/>
                    </a:cubicBezTo>
                    <a:cubicBezTo>
                      <a:pt x="299" y="242"/>
                      <a:pt x="296" y="260"/>
                      <a:pt x="284" y="2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5585334" y="2323188"/>
                <a:ext cx="442766" cy="531793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89" extrusionOk="0">
                    <a:moveTo>
                      <a:pt x="230" y="231"/>
                    </a:moveTo>
                    <a:cubicBezTo>
                      <a:pt x="210" y="209"/>
                      <a:pt x="210" y="209"/>
                      <a:pt x="210" y="209"/>
                    </a:cubicBezTo>
                    <a:cubicBezTo>
                      <a:pt x="202" y="200"/>
                      <a:pt x="202" y="200"/>
                      <a:pt x="202" y="200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1" y="4"/>
                      <a:pt x="34" y="0"/>
                      <a:pt x="21" y="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29" y="58"/>
                      <a:pt x="134" y="207"/>
                      <a:pt x="193" y="289"/>
                    </a:cubicBezTo>
                    <a:cubicBezTo>
                      <a:pt x="226" y="268"/>
                      <a:pt x="226" y="268"/>
                      <a:pt x="226" y="268"/>
                    </a:cubicBezTo>
                    <a:cubicBezTo>
                      <a:pt x="238" y="260"/>
                      <a:pt x="241" y="242"/>
                      <a:pt x="230" y="2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2" name="Google Shape;1112;p28"/>
          <p:cNvGrpSpPr/>
          <p:nvPr/>
        </p:nvGrpSpPr>
        <p:grpSpPr>
          <a:xfrm>
            <a:off x="-270650" y="-192575"/>
            <a:ext cx="9724900" cy="5983225"/>
            <a:chOff x="-270650" y="-192575"/>
            <a:chExt cx="9724900" cy="5983225"/>
          </a:xfrm>
        </p:grpSpPr>
        <p:grpSp>
          <p:nvGrpSpPr>
            <p:cNvPr id="1113" name="Google Shape;1113;p28"/>
            <p:cNvGrpSpPr/>
            <p:nvPr/>
          </p:nvGrpSpPr>
          <p:grpSpPr>
            <a:xfrm>
              <a:off x="-270650" y="3159550"/>
              <a:ext cx="3268675" cy="2631100"/>
              <a:chOff x="-270650" y="2974600"/>
              <a:chExt cx="3268675" cy="2631100"/>
            </a:xfrm>
          </p:grpSpPr>
          <p:sp>
            <p:nvSpPr>
              <p:cNvPr id="1114" name="Google Shape;1114;p28"/>
              <p:cNvSpPr/>
              <p:nvPr/>
            </p:nvSpPr>
            <p:spPr>
              <a:xfrm>
                <a:off x="2627175" y="2974600"/>
                <a:ext cx="370850" cy="605075"/>
              </a:xfrm>
              <a:custGeom>
                <a:avLst/>
                <a:gdLst/>
                <a:ahLst/>
                <a:cxnLst/>
                <a:rect l="l" t="t" r="r" b="b"/>
                <a:pathLst>
                  <a:path w="14834" h="24203" extrusionOk="0">
                    <a:moveTo>
                      <a:pt x="0" y="0"/>
                    </a:moveTo>
                    <a:lnTo>
                      <a:pt x="5309" y="19831"/>
                    </a:lnTo>
                    <a:lnTo>
                      <a:pt x="14834" y="2420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15" name="Google Shape;1115;p28"/>
              <p:cNvSpPr/>
              <p:nvPr/>
            </p:nvSpPr>
            <p:spPr>
              <a:xfrm>
                <a:off x="2310975" y="3470375"/>
                <a:ext cx="445025" cy="370850"/>
              </a:xfrm>
              <a:custGeom>
                <a:avLst/>
                <a:gdLst/>
                <a:ahLst/>
                <a:cxnLst/>
                <a:rect l="l" t="t" r="r" b="b"/>
                <a:pathLst>
                  <a:path w="17801" h="14834" extrusionOk="0">
                    <a:moveTo>
                      <a:pt x="0" y="14834"/>
                    </a:moveTo>
                    <a:lnTo>
                      <a:pt x="17801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1116" name="Google Shape;1116;p28"/>
              <p:cNvSpPr/>
              <p:nvPr/>
            </p:nvSpPr>
            <p:spPr>
              <a:xfrm>
                <a:off x="1541950" y="3501600"/>
                <a:ext cx="1190625" cy="14639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58556" extrusionOk="0">
                    <a:moveTo>
                      <a:pt x="0" y="0"/>
                    </a:moveTo>
                    <a:lnTo>
                      <a:pt x="6090" y="20300"/>
                    </a:lnTo>
                    <a:lnTo>
                      <a:pt x="12961" y="24672"/>
                    </a:lnTo>
                    <a:lnTo>
                      <a:pt x="18582" y="41692"/>
                    </a:lnTo>
                    <a:lnTo>
                      <a:pt x="47625" y="5855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17" name="Google Shape;1117;p28"/>
              <p:cNvSpPr/>
              <p:nvPr/>
            </p:nvSpPr>
            <p:spPr>
              <a:xfrm>
                <a:off x="2096275" y="4044225"/>
                <a:ext cx="726100" cy="690950"/>
              </a:xfrm>
              <a:custGeom>
                <a:avLst/>
                <a:gdLst/>
                <a:ahLst/>
                <a:cxnLst/>
                <a:rect l="l" t="t" r="r" b="b"/>
                <a:pathLst>
                  <a:path w="29044" h="27638" extrusionOk="0">
                    <a:moveTo>
                      <a:pt x="0" y="0"/>
                    </a:moveTo>
                    <a:lnTo>
                      <a:pt x="4841" y="14365"/>
                    </a:lnTo>
                    <a:lnTo>
                      <a:pt x="29044" y="27638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18" name="Google Shape;1118;p28"/>
              <p:cNvSpPr/>
              <p:nvPr/>
            </p:nvSpPr>
            <p:spPr>
              <a:xfrm>
                <a:off x="1194525" y="3368875"/>
                <a:ext cx="1354575" cy="1811325"/>
              </a:xfrm>
              <a:custGeom>
                <a:avLst/>
                <a:gdLst/>
                <a:ahLst/>
                <a:cxnLst/>
                <a:rect l="l" t="t" r="r" b="b"/>
                <a:pathLst>
                  <a:path w="54183" h="72453" extrusionOk="0">
                    <a:moveTo>
                      <a:pt x="0" y="0"/>
                    </a:moveTo>
                    <a:lnTo>
                      <a:pt x="7964" y="28888"/>
                    </a:lnTo>
                    <a:lnTo>
                      <a:pt x="20768" y="37476"/>
                    </a:lnTo>
                    <a:lnTo>
                      <a:pt x="24359" y="52466"/>
                    </a:lnTo>
                    <a:lnTo>
                      <a:pt x="54183" y="72453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19" name="Google Shape;1119;p28"/>
              <p:cNvSpPr/>
              <p:nvPr/>
            </p:nvSpPr>
            <p:spPr>
              <a:xfrm>
                <a:off x="-208200" y="3985675"/>
                <a:ext cx="1480800" cy="506175"/>
              </a:xfrm>
              <a:custGeom>
                <a:avLst/>
                <a:gdLst/>
                <a:ahLst/>
                <a:cxnLst/>
                <a:rect l="l" t="t" r="r" b="b"/>
                <a:pathLst>
                  <a:path w="59232" h="20247" extrusionOk="0">
                    <a:moveTo>
                      <a:pt x="59232" y="7651"/>
                    </a:moveTo>
                    <a:lnTo>
                      <a:pt x="47365" y="0"/>
                    </a:lnTo>
                    <a:lnTo>
                      <a:pt x="17853" y="7963"/>
                    </a:lnTo>
                    <a:lnTo>
                      <a:pt x="15042" y="17488"/>
                    </a:lnTo>
                    <a:lnTo>
                      <a:pt x="0" y="2024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0" name="Google Shape;1120;p28"/>
              <p:cNvSpPr/>
              <p:nvPr/>
            </p:nvSpPr>
            <p:spPr>
              <a:xfrm>
                <a:off x="-270650" y="3794375"/>
                <a:ext cx="785925" cy="520500"/>
              </a:xfrm>
              <a:custGeom>
                <a:avLst/>
                <a:gdLst/>
                <a:ahLst/>
                <a:cxnLst/>
                <a:rect l="l" t="t" r="r" b="b"/>
                <a:pathLst>
                  <a:path w="31437" h="20820" extrusionOk="0">
                    <a:moveTo>
                      <a:pt x="31437" y="0"/>
                    </a:moveTo>
                    <a:lnTo>
                      <a:pt x="12283" y="5205"/>
                    </a:lnTo>
                    <a:lnTo>
                      <a:pt x="9160" y="19363"/>
                    </a:lnTo>
                    <a:lnTo>
                      <a:pt x="0" y="2082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1" name="Google Shape;1121;p28"/>
              <p:cNvSpPr/>
              <p:nvPr/>
            </p:nvSpPr>
            <p:spPr>
              <a:xfrm>
                <a:off x="-239425" y="3325950"/>
                <a:ext cx="1134675" cy="234225"/>
              </a:xfrm>
              <a:custGeom>
                <a:avLst/>
                <a:gdLst/>
                <a:ahLst/>
                <a:cxnLst/>
                <a:rect l="l" t="t" r="r" b="b"/>
                <a:pathLst>
                  <a:path w="45387" h="9369" extrusionOk="0">
                    <a:moveTo>
                      <a:pt x="45387" y="9369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2" name="Google Shape;1122;p28"/>
              <p:cNvSpPr/>
              <p:nvPr/>
            </p:nvSpPr>
            <p:spPr>
              <a:xfrm>
                <a:off x="114500" y="3034475"/>
                <a:ext cx="671450" cy="364325"/>
              </a:xfrm>
              <a:custGeom>
                <a:avLst/>
                <a:gdLst/>
                <a:ahLst/>
                <a:cxnLst/>
                <a:rect l="l" t="t" r="r" b="b"/>
                <a:pathLst>
                  <a:path w="26858" h="14573" extrusionOk="0">
                    <a:moveTo>
                      <a:pt x="0" y="0"/>
                    </a:moveTo>
                    <a:lnTo>
                      <a:pt x="12700" y="14573"/>
                    </a:lnTo>
                    <a:lnTo>
                      <a:pt x="26858" y="1249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3" name="Google Shape;1123;p28"/>
              <p:cNvSpPr/>
              <p:nvPr/>
            </p:nvSpPr>
            <p:spPr>
              <a:xfrm>
                <a:off x="130125" y="4450200"/>
                <a:ext cx="640200" cy="551725"/>
              </a:xfrm>
              <a:custGeom>
                <a:avLst/>
                <a:gdLst/>
                <a:ahLst/>
                <a:cxnLst/>
                <a:rect l="l" t="t" r="r" b="b"/>
                <a:pathLst>
                  <a:path w="25608" h="22069" extrusionOk="0">
                    <a:moveTo>
                      <a:pt x="25608" y="0"/>
                    </a:moveTo>
                    <a:lnTo>
                      <a:pt x="23526" y="22069"/>
                    </a:lnTo>
                    <a:lnTo>
                      <a:pt x="0" y="11451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4" name="Google Shape;1124;p28"/>
              <p:cNvSpPr/>
              <p:nvPr/>
            </p:nvSpPr>
            <p:spPr>
              <a:xfrm>
                <a:off x="1176300" y="4528275"/>
                <a:ext cx="400800" cy="1077425"/>
              </a:xfrm>
              <a:custGeom>
                <a:avLst/>
                <a:gdLst/>
                <a:ahLst/>
                <a:cxnLst/>
                <a:rect l="l" t="t" r="r" b="b"/>
                <a:pathLst>
                  <a:path w="16032" h="43097" extrusionOk="0">
                    <a:moveTo>
                      <a:pt x="0" y="0"/>
                    </a:moveTo>
                    <a:lnTo>
                      <a:pt x="16032" y="4309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</p:grpSp>
        <p:grpSp>
          <p:nvGrpSpPr>
            <p:cNvPr id="1125" name="Google Shape;1125;p28"/>
            <p:cNvGrpSpPr/>
            <p:nvPr/>
          </p:nvGrpSpPr>
          <p:grpSpPr>
            <a:xfrm>
              <a:off x="6493525" y="-192575"/>
              <a:ext cx="2960725" cy="4176825"/>
              <a:chOff x="6641475" y="-192575"/>
              <a:chExt cx="2960725" cy="4176825"/>
            </a:xfrm>
          </p:grpSpPr>
          <p:sp>
            <p:nvSpPr>
              <p:cNvPr id="1126" name="Google Shape;1126;p28"/>
              <p:cNvSpPr/>
              <p:nvPr/>
            </p:nvSpPr>
            <p:spPr>
              <a:xfrm>
                <a:off x="8368650" y="2464400"/>
                <a:ext cx="1233550" cy="1519850"/>
              </a:xfrm>
              <a:custGeom>
                <a:avLst/>
                <a:gdLst/>
                <a:ahLst/>
                <a:cxnLst/>
                <a:rect l="l" t="t" r="r" b="b"/>
                <a:pathLst>
                  <a:path w="49342" h="60794" extrusionOk="0">
                    <a:moveTo>
                      <a:pt x="0" y="0"/>
                    </a:moveTo>
                    <a:lnTo>
                      <a:pt x="36851" y="21445"/>
                    </a:lnTo>
                    <a:lnTo>
                      <a:pt x="49342" y="46428"/>
                    </a:lnTo>
                    <a:lnTo>
                      <a:pt x="48093" y="60794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7" name="Google Shape;1127;p28"/>
              <p:cNvSpPr/>
              <p:nvPr/>
            </p:nvSpPr>
            <p:spPr>
              <a:xfrm>
                <a:off x="7443025" y="687050"/>
                <a:ext cx="593375" cy="733900"/>
              </a:xfrm>
              <a:custGeom>
                <a:avLst/>
                <a:gdLst/>
                <a:ahLst/>
                <a:cxnLst/>
                <a:rect l="l" t="t" r="r" b="b"/>
                <a:pathLst>
                  <a:path w="23735" h="29356" extrusionOk="0">
                    <a:moveTo>
                      <a:pt x="0" y="29356"/>
                    </a:moveTo>
                    <a:lnTo>
                      <a:pt x="1458" y="0"/>
                    </a:lnTo>
                    <a:lnTo>
                      <a:pt x="23735" y="395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8" name="Google Shape;1128;p28"/>
              <p:cNvSpPr/>
              <p:nvPr/>
            </p:nvSpPr>
            <p:spPr>
              <a:xfrm>
                <a:off x="6641475" y="-104100"/>
                <a:ext cx="775525" cy="432000"/>
              </a:xfrm>
              <a:custGeom>
                <a:avLst/>
                <a:gdLst/>
                <a:ahLst/>
                <a:cxnLst/>
                <a:rect l="l" t="t" r="r" b="b"/>
                <a:pathLst>
                  <a:path w="31021" h="17280" extrusionOk="0">
                    <a:moveTo>
                      <a:pt x="0" y="0"/>
                    </a:moveTo>
                    <a:lnTo>
                      <a:pt x="31021" y="1728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29" name="Google Shape;1129;p28"/>
              <p:cNvSpPr/>
              <p:nvPr/>
            </p:nvSpPr>
            <p:spPr>
              <a:xfrm>
                <a:off x="7724100" y="-104100"/>
                <a:ext cx="416400" cy="525700"/>
              </a:xfrm>
              <a:custGeom>
                <a:avLst/>
                <a:gdLst/>
                <a:ahLst/>
                <a:cxnLst/>
                <a:rect l="l" t="t" r="r" b="b"/>
                <a:pathLst>
                  <a:path w="16656" h="21028" extrusionOk="0">
                    <a:moveTo>
                      <a:pt x="0" y="21028"/>
                    </a:moveTo>
                    <a:lnTo>
                      <a:pt x="6662" y="0"/>
                    </a:lnTo>
                    <a:lnTo>
                      <a:pt x="16656" y="12700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cxnSp>
            <p:nvCxnSpPr>
              <p:cNvPr id="1130" name="Google Shape;1130;p28"/>
              <p:cNvCxnSpPr/>
              <p:nvPr/>
            </p:nvCxnSpPr>
            <p:spPr>
              <a:xfrm>
                <a:off x="8827550" y="1587475"/>
                <a:ext cx="499800" cy="4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cxnSp>
            <p:nvCxnSpPr>
              <p:cNvPr id="1131" name="Google Shape;1131;p28"/>
              <p:cNvCxnSpPr/>
              <p:nvPr/>
            </p:nvCxnSpPr>
            <p:spPr>
              <a:xfrm>
                <a:off x="7630400" y="1275200"/>
                <a:ext cx="947400" cy="44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sp>
            <p:nvSpPr>
              <p:cNvPr id="1132" name="Google Shape;1132;p28"/>
              <p:cNvSpPr/>
              <p:nvPr/>
            </p:nvSpPr>
            <p:spPr>
              <a:xfrm>
                <a:off x="7958325" y="1691600"/>
                <a:ext cx="1431350" cy="936875"/>
              </a:xfrm>
              <a:custGeom>
                <a:avLst/>
                <a:gdLst/>
                <a:ahLst/>
                <a:cxnLst/>
                <a:rect l="l" t="t" r="r" b="b"/>
                <a:pathLst>
                  <a:path w="57254" h="37475" extrusionOk="0">
                    <a:moveTo>
                      <a:pt x="0" y="0"/>
                    </a:moveTo>
                    <a:lnTo>
                      <a:pt x="26233" y="12492"/>
                    </a:lnTo>
                    <a:lnTo>
                      <a:pt x="31854" y="25192"/>
                    </a:lnTo>
                    <a:lnTo>
                      <a:pt x="57254" y="3747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33" name="Google Shape;1133;p28"/>
              <p:cNvSpPr/>
              <p:nvPr/>
            </p:nvSpPr>
            <p:spPr>
              <a:xfrm>
                <a:off x="8275825" y="-192575"/>
                <a:ext cx="265450" cy="1655150"/>
              </a:xfrm>
              <a:custGeom>
                <a:avLst/>
                <a:gdLst/>
                <a:ahLst/>
                <a:cxnLst/>
                <a:rect l="l" t="t" r="r" b="b"/>
                <a:pathLst>
                  <a:path w="10618" h="66206" extrusionOk="0">
                    <a:moveTo>
                      <a:pt x="2498" y="0"/>
                    </a:moveTo>
                    <a:lnTo>
                      <a:pt x="6246" y="11867"/>
                    </a:lnTo>
                    <a:lnTo>
                      <a:pt x="0" y="28106"/>
                    </a:lnTo>
                    <a:lnTo>
                      <a:pt x="10618" y="66206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34" name="Google Shape;1134;p28"/>
              <p:cNvSpPr/>
              <p:nvPr/>
            </p:nvSpPr>
            <p:spPr>
              <a:xfrm>
                <a:off x="8551675" y="-171750"/>
                <a:ext cx="208200" cy="1426125"/>
              </a:xfrm>
              <a:custGeom>
                <a:avLst/>
                <a:gdLst/>
                <a:ahLst/>
                <a:cxnLst/>
                <a:rect l="l" t="t" r="r" b="b"/>
                <a:pathLst>
                  <a:path w="8328" h="57045" extrusionOk="0">
                    <a:moveTo>
                      <a:pt x="2082" y="0"/>
                    </a:moveTo>
                    <a:lnTo>
                      <a:pt x="5622" y="10201"/>
                    </a:lnTo>
                    <a:lnTo>
                      <a:pt x="0" y="28522"/>
                    </a:lnTo>
                    <a:lnTo>
                      <a:pt x="8328" y="57045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1135" name="Google Shape;1135;p28"/>
              <p:cNvSpPr/>
              <p:nvPr/>
            </p:nvSpPr>
            <p:spPr>
              <a:xfrm>
                <a:off x="8843150" y="-119725"/>
                <a:ext cx="385175" cy="1800925"/>
              </a:xfrm>
              <a:custGeom>
                <a:avLst/>
                <a:gdLst/>
                <a:ahLst/>
                <a:cxnLst/>
                <a:rect l="l" t="t" r="r" b="b"/>
                <a:pathLst>
                  <a:path w="15407" h="72037" extrusionOk="0">
                    <a:moveTo>
                      <a:pt x="5622" y="0"/>
                    </a:moveTo>
                    <a:lnTo>
                      <a:pt x="0" y="27482"/>
                    </a:lnTo>
                    <a:lnTo>
                      <a:pt x="15407" y="72037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 ExtraBold"/>
              <a:buNone/>
              <a:defRPr sz="2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○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■"/>
              <a:defRPr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62" r:id="rId4"/>
    <p:sldLayoutId id="2147483670" r:id="rId5"/>
    <p:sldLayoutId id="2147483673" r:id="rId6"/>
    <p:sldLayoutId id="214748367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2"/>
          <p:cNvSpPr txBox="1">
            <a:spLocks noGrp="1"/>
          </p:cNvSpPr>
          <p:nvPr>
            <p:ph type="ctrTitle"/>
          </p:nvPr>
        </p:nvSpPr>
        <p:spPr>
          <a:xfrm>
            <a:off x="713313" y="790150"/>
            <a:ext cx="4683900" cy="15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 24 GenDev</a:t>
            </a:r>
            <a:endParaRPr dirty="0"/>
          </a:p>
        </p:txBody>
      </p:sp>
      <p:sp>
        <p:nvSpPr>
          <p:cNvPr id="1147" name="Google Shape;1147;p32"/>
          <p:cNvSpPr txBox="1">
            <a:spLocks noGrp="1"/>
          </p:cNvSpPr>
          <p:nvPr>
            <p:ph type="subTitle" idx="1"/>
          </p:nvPr>
        </p:nvSpPr>
        <p:spPr>
          <a:xfrm>
            <a:off x="713225" y="2336050"/>
            <a:ext cx="4683900" cy="3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Technical Concept Challenge</a:t>
            </a:r>
          </a:p>
        </p:txBody>
      </p:sp>
      <p:grpSp>
        <p:nvGrpSpPr>
          <p:cNvPr id="1148" name="Google Shape;1148;p32"/>
          <p:cNvGrpSpPr/>
          <p:nvPr/>
        </p:nvGrpSpPr>
        <p:grpSpPr>
          <a:xfrm>
            <a:off x="5513219" y="1215564"/>
            <a:ext cx="2388043" cy="3439565"/>
            <a:chOff x="5449044" y="1215564"/>
            <a:chExt cx="2388043" cy="3439565"/>
          </a:xfrm>
        </p:grpSpPr>
        <p:sp>
          <p:nvSpPr>
            <p:cNvPr id="1149" name="Google Shape;1149;p32"/>
            <p:cNvSpPr/>
            <p:nvPr/>
          </p:nvSpPr>
          <p:spPr>
            <a:xfrm>
              <a:off x="5603790" y="2236601"/>
              <a:ext cx="489815" cy="792912"/>
            </a:xfrm>
            <a:custGeom>
              <a:avLst/>
              <a:gdLst/>
              <a:ahLst/>
              <a:cxnLst/>
              <a:rect l="l" t="t" r="r" b="b"/>
              <a:pathLst>
                <a:path w="247" h="400" extrusionOk="0">
                  <a:moveTo>
                    <a:pt x="6" y="400"/>
                  </a:moveTo>
                  <a:cubicBezTo>
                    <a:pt x="0" y="298"/>
                    <a:pt x="13" y="158"/>
                    <a:pt x="112" y="67"/>
                  </a:cubicBezTo>
                  <a:cubicBezTo>
                    <a:pt x="173" y="11"/>
                    <a:pt x="236" y="0"/>
                    <a:pt x="239" y="0"/>
                  </a:cubicBezTo>
                  <a:cubicBezTo>
                    <a:pt x="247" y="50"/>
                    <a:pt x="247" y="50"/>
                    <a:pt x="247" y="50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7" y="50"/>
                    <a:pt x="247" y="50"/>
                    <a:pt x="247" y="50"/>
                  </a:cubicBezTo>
                  <a:cubicBezTo>
                    <a:pt x="238" y="51"/>
                    <a:pt x="38" y="88"/>
                    <a:pt x="56" y="397"/>
                  </a:cubicBezTo>
                  <a:lnTo>
                    <a:pt x="6" y="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32"/>
            <p:cNvSpPr/>
            <p:nvPr/>
          </p:nvSpPr>
          <p:spPr>
            <a:xfrm>
              <a:off x="5449044" y="2335076"/>
              <a:ext cx="413082" cy="760940"/>
            </a:xfrm>
            <a:custGeom>
              <a:avLst/>
              <a:gdLst/>
              <a:ahLst/>
              <a:cxnLst/>
              <a:rect l="l" t="t" r="r" b="b"/>
              <a:pathLst>
                <a:path w="208" h="384" extrusionOk="0">
                  <a:moveTo>
                    <a:pt x="205" y="157"/>
                  </a:moveTo>
                  <a:cubicBezTo>
                    <a:pt x="127" y="11"/>
                    <a:pt x="127" y="11"/>
                    <a:pt x="127" y="11"/>
                  </a:cubicBezTo>
                  <a:cubicBezTo>
                    <a:pt x="121" y="0"/>
                    <a:pt x="105" y="1"/>
                    <a:pt x="101" y="12"/>
                  </a:cubicBezTo>
                  <a:cubicBezTo>
                    <a:pt x="70" y="85"/>
                    <a:pt x="0" y="286"/>
                    <a:pt x="82" y="384"/>
                  </a:cubicBezTo>
                  <a:cubicBezTo>
                    <a:pt x="142" y="384"/>
                    <a:pt x="142" y="384"/>
                    <a:pt x="142" y="384"/>
                  </a:cubicBezTo>
                  <a:cubicBezTo>
                    <a:pt x="142" y="384"/>
                    <a:pt x="185" y="243"/>
                    <a:pt x="207" y="174"/>
                  </a:cubicBezTo>
                  <a:cubicBezTo>
                    <a:pt x="208" y="168"/>
                    <a:pt x="208" y="163"/>
                    <a:pt x="205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32"/>
            <p:cNvSpPr/>
            <p:nvPr/>
          </p:nvSpPr>
          <p:spPr>
            <a:xfrm>
              <a:off x="5550076" y="3096015"/>
              <a:ext cx="248105" cy="312049"/>
            </a:xfrm>
            <a:custGeom>
              <a:avLst/>
              <a:gdLst/>
              <a:ahLst/>
              <a:cxnLst/>
              <a:rect l="l" t="t" r="r" b="b"/>
              <a:pathLst>
                <a:path w="125" h="157" extrusionOk="0">
                  <a:moveTo>
                    <a:pt x="119" y="34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0" y="15"/>
                    <a:pt x="8" y="99"/>
                  </a:cubicBezTo>
                  <a:cubicBezTo>
                    <a:pt x="14" y="157"/>
                    <a:pt x="81" y="156"/>
                    <a:pt x="111" y="152"/>
                  </a:cubicBezTo>
                  <a:cubicBezTo>
                    <a:pt x="119" y="151"/>
                    <a:pt x="125" y="144"/>
                    <a:pt x="125" y="135"/>
                  </a:cubicBezTo>
                  <a:cubicBezTo>
                    <a:pt x="125" y="126"/>
                    <a:pt x="117" y="118"/>
                    <a:pt x="107" y="119"/>
                  </a:cubicBezTo>
                  <a:cubicBezTo>
                    <a:pt x="85" y="121"/>
                    <a:pt x="51" y="117"/>
                    <a:pt x="51" y="76"/>
                  </a:cubicBezTo>
                  <a:cubicBezTo>
                    <a:pt x="51" y="41"/>
                    <a:pt x="80" y="52"/>
                    <a:pt x="98" y="61"/>
                  </a:cubicBezTo>
                  <a:cubicBezTo>
                    <a:pt x="105" y="65"/>
                    <a:pt x="114" y="63"/>
                    <a:pt x="119" y="57"/>
                  </a:cubicBezTo>
                  <a:cubicBezTo>
                    <a:pt x="125" y="50"/>
                    <a:pt x="125" y="41"/>
                    <a:pt x="119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32"/>
            <p:cNvSpPr/>
            <p:nvPr/>
          </p:nvSpPr>
          <p:spPr>
            <a:xfrm>
              <a:off x="5665176" y="2544814"/>
              <a:ext cx="196949" cy="551202"/>
            </a:xfrm>
            <a:custGeom>
              <a:avLst/>
              <a:gdLst/>
              <a:ahLst/>
              <a:cxnLst/>
              <a:rect l="l" t="t" r="r" b="b"/>
              <a:pathLst>
                <a:path w="99" h="278" extrusionOk="0">
                  <a:moveTo>
                    <a:pt x="98" y="68"/>
                  </a:moveTo>
                  <a:cubicBezTo>
                    <a:pt x="99" y="62"/>
                    <a:pt x="99" y="57"/>
                    <a:pt x="96" y="5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" y="83"/>
                    <a:pt x="0" y="278"/>
                    <a:pt x="0" y="278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33" y="278"/>
                    <a:pt x="33" y="278"/>
                    <a:pt x="33" y="278"/>
                  </a:cubicBezTo>
                  <a:cubicBezTo>
                    <a:pt x="33" y="278"/>
                    <a:pt x="76" y="137"/>
                    <a:pt x="98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2"/>
            <p:cNvSpPr/>
            <p:nvPr/>
          </p:nvSpPr>
          <p:spPr>
            <a:xfrm rot="10800000" flipH="1">
              <a:off x="7192527" y="1594115"/>
              <a:ext cx="489815" cy="792912"/>
            </a:xfrm>
            <a:custGeom>
              <a:avLst/>
              <a:gdLst/>
              <a:ahLst/>
              <a:cxnLst/>
              <a:rect l="l" t="t" r="r" b="b"/>
              <a:pathLst>
                <a:path w="247" h="400" extrusionOk="0">
                  <a:moveTo>
                    <a:pt x="241" y="400"/>
                  </a:moveTo>
                  <a:cubicBezTo>
                    <a:pt x="190" y="397"/>
                    <a:pt x="190" y="397"/>
                    <a:pt x="190" y="397"/>
                  </a:cubicBezTo>
                  <a:cubicBezTo>
                    <a:pt x="209" y="88"/>
                    <a:pt x="8" y="51"/>
                    <a:pt x="0" y="5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74" y="11"/>
                    <a:pt x="134" y="67"/>
                  </a:cubicBezTo>
                  <a:cubicBezTo>
                    <a:pt x="233" y="158"/>
                    <a:pt x="247" y="298"/>
                    <a:pt x="241" y="4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32"/>
            <p:cNvSpPr/>
            <p:nvPr/>
          </p:nvSpPr>
          <p:spPr>
            <a:xfrm rot="10800000" flipH="1">
              <a:off x="7422727" y="1527612"/>
              <a:ext cx="414360" cy="760940"/>
            </a:xfrm>
            <a:custGeom>
              <a:avLst/>
              <a:gdLst/>
              <a:ahLst/>
              <a:cxnLst/>
              <a:rect l="l" t="t" r="r" b="b"/>
              <a:pathLst>
                <a:path w="209" h="384" extrusionOk="0">
                  <a:moveTo>
                    <a:pt x="3" y="157"/>
                  </a:moveTo>
                  <a:cubicBezTo>
                    <a:pt x="82" y="11"/>
                    <a:pt x="82" y="11"/>
                    <a:pt x="82" y="11"/>
                  </a:cubicBezTo>
                  <a:cubicBezTo>
                    <a:pt x="88" y="0"/>
                    <a:pt x="103" y="1"/>
                    <a:pt x="108" y="12"/>
                  </a:cubicBezTo>
                  <a:cubicBezTo>
                    <a:pt x="138" y="85"/>
                    <a:pt x="209" y="286"/>
                    <a:pt x="126" y="384"/>
                  </a:cubicBezTo>
                  <a:cubicBezTo>
                    <a:pt x="67" y="384"/>
                    <a:pt x="67" y="384"/>
                    <a:pt x="67" y="384"/>
                  </a:cubicBezTo>
                  <a:cubicBezTo>
                    <a:pt x="67" y="384"/>
                    <a:pt x="24" y="243"/>
                    <a:pt x="2" y="174"/>
                  </a:cubicBezTo>
                  <a:cubicBezTo>
                    <a:pt x="0" y="168"/>
                    <a:pt x="1" y="163"/>
                    <a:pt x="3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2"/>
            <p:cNvSpPr/>
            <p:nvPr/>
          </p:nvSpPr>
          <p:spPr>
            <a:xfrm rot="10800000" flipH="1">
              <a:off x="7485393" y="1215564"/>
              <a:ext cx="248105" cy="312049"/>
            </a:xfrm>
            <a:custGeom>
              <a:avLst/>
              <a:gdLst/>
              <a:ahLst/>
              <a:cxnLst/>
              <a:rect l="l" t="t" r="r" b="b"/>
              <a:pathLst>
                <a:path w="125" h="157" extrusionOk="0">
                  <a:moveTo>
                    <a:pt x="6" y="34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125" y="15"/>
                    <a:pt x="117" y="99"/>
                  </a:cubicBezTo>
                  <a:cubicBezTo>
                    <a:pt x="112" y="157"/>
                    <a:pt x="45" y="156"/>
                    <a:pt x="15" y="152"/>
                  </a:cubicBezTo>
                  <a:cubicBezTo>
                    <a:pt x="6" y="151"/>
                    <a:pt x="0" y="144"/>
                    <a:pt x="0" y="135"/>
                  </a:cubicBezTo>
                  <a:cubicBezTo>
                    <a:pt x="0" y="126"/>
                    <a:pt x="9" y="118"/>
                    <a:pt x="18" y="119"/>
                  </a:cubicBezTo>
                  <a:cubicBezTo>
                    <a:pt x="40" y="121"/>
                    <a:pt x="75" y="117"/>
                    <a:pt x="75" y="76"/>
                  </a:cubicBezTo>
                  <a:cubicBezTo>
                    <a:pt x="75" y="41"/>
                    <a:pt x="45" y="52"/>
                    <a:pt x="28" y="61"/>
                  </a:cubicBezTo>
                  <a:cubicBezTo>
                    <a:pt x="21" y="65"/>
                    <a:pt x="12" y="63"/>
                    <a:pt x="6" y="57"/>
                  </a:cubicBezTo>
                  <a:cubicBezTo>
                    <a:pt x="1" y="50"/>
                    <a:pt x="1" y="41"/>
                    <a:pt x="6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2"/>
            <p:cNvSpPr/>
            <p:nvPr/>
          </p:nvSpPr>
          <p:spPr>
            <a:xfrm rot="10800000" flipH="1">
              <a:off x="7422727" y="1527612"/>
              <a:ext cx="198228" cy="551202"/>
            </a:xfrm>
            <a:custGeom>
              <a:avLst/>
              <a:gdLst/>
              <a:ahLst/>
              <a:cxnLst/>
              <a:rect l="l" t="t" r="r" b="b"/>
              <a:pathLst>
                <a:path w="100" h="278" extrusionOk="0">
                  <a:moveTo>
                    <a:pt x="2" y="68"/>
                  </a:moveTo>
                  <a:cubicBezTo>
                    <a:pt x="0" y="62"/>
                    <a:pt x="1" y="57"/>
                    <a:pt x="3" y="5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96" y="83"/>
                    <a:pt x="100" y="278"/>
                    <a:pt x="100" y="278"/>
                  </a:cubicBezTo>
                  <a:cubicBezTo>
                    <a:pt x="100" y="278"/>
                    <a:pt x="100" y="278"/>
                    <a:pt x="100" y="278"/>
                  </a:cubicBezTo>
                  <a:cubicBezTo>
                    <a:pt x="67" y="278"/>
                    <a:pt x="67" y="278"/>
                    <a:pt x="67" y="278"/>
                  </a:cubicBezTo>
                  <a:cubicBezTo>
                    <a:pt x="67" y="278"/>
                    <a:pt x="24" y="137"/>
                    <a:pt x="2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2"/>
            <p:cNvSpPr/>
            <p:nvPr/>
          </p:nvSpPr>
          <p:spPr>
            <a:xfrm>
              <a:off x="6004083" y="1725045"/>
              <a:ext cx="295424" cy="617704"/>
            </a:xfrm>
            <a:custGeom>
              <a:avLst/>
              <a:gdLst/>
              <a:ahLst/>
              <a:cxnLst/>
              <a:rect l="l" t="t" r="r" b="b"/>
              <a:pathLst>
                <a:path w="149" h="312" extrusionOk="0">
                  <a:moveTo>
                    <a:pt x="149" y="49"/>
                  </a:moveTo>
                  <a:cubicBezTo>
                    <a:pt x="127" y="62"/>
                    <a:pt x="107" y="77"/>
                    <a:pt x="89" y="95"/>
                  </a:cubicBezTo>
                  <a:cubicBezTo>
                    <a:pt x="34" y="151"/>
                    <a:pt x="0" y="227"/>
                    <a:pt x="0" y="31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4"/>
                    <a:pt x="37" y="0"/>
                    <a:pt x="70" y="14"/>
                  </a:cubicBezTo>
                  <a:lnTo>
                    <a:pt x="149" y="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32"/>
            <p:cNvSpPr/>
            <p:nvPr/>
          </p:nvSpPr>
          <p:spPr>
            <a:xfrm>
              <a:off x="6919768" y="1725045"/>
              <a:ext cx="297982" cy="617704"/>
            </a:xfrm>
            <a:custGeom>
              <a:avLst/>
              <a:gdLst/>
              <a:ahLst/>
              <a:cxnLst/>
              <a:rect l="l" t="t" r="r" b="b"/>
              <a:pathLst>
                <a:path w="150" h="312" extrusionOk="0">
                  <a:moveTo>
                    <a:pt x="150" y="60"/>
                  </a:moveTo>
                  <a:cubicBezTo>
                    <a:pt x="150" y="312"/>
                    <a:pt x="150" y="312"/>
                    <a:pt x="150" y="312"/>
                  </a:cubicBezTo>
                  <a:cubicBezTo>
                    <a:pt x="150" y="200"/>
                    <a:pt x="90" y="102"/>
                    <a:pt x="0" y="49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113" y="0"/>
                    <a:pt x="150" y="24"/>
                    <a:pt x="150" y="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32"/>
            <p:cNvSpPr/>
            <p:nvPr/>
          </p:nvSpPr>
          <p:spPr>
            <a:xfrm>
              <a:off x="6004083" y="1736556"/>
              <a:ext cx="1213666" cy="929754"/>
            </a:xfrm>
            <a:custGeom>
              <a:avLst/>
              <a:gdLst/>
              <a:ahLst/>
              <a:cxnLst/>
              <a:rect l="l" t="t" r="r" b="b"/>
              <a:pathLst>
                <a:path w="612" h="469" extrusionOk="0">
                  <a:moveTo>
                    <a:pt x="612" y="469"/>
                  </a:moveTo>
                  <a:cubicBezTo>
                    <a:pt x="612" y="306"/>
                    <a:pt x="612" y="306"/>
                    <a:pt x="612" y="306"/>
                  </a:cubicBezTo>
                  <a:cubicBezTo>
                    <a:pt x="612" y="137"/>
                    <a:pt x="475" y="0"/>
                    <a:pt x="306" y="0"/>
                  </a:cubicBezTo>
                  <a:cubicBezTo>
                    <a:pt x="137" y="0"/>
                    <a:pt x="0" y="137"/>
                    <a:pt x="0" y="306"/>
                  </a:cubicBezTo>
                  <a:cubicBezTo>
                    <a:pt x="0" y="469"/>
                    <a:pt x="0" y="469"/>
                    <a:pt x="0" y="469"/>
                  </a:cubicBezTo>
                  <a:lnTo>
                    <a:pt x="612" y="4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32"/>
            <p:cNvSpPr/>
            <p:nvPr/>
          </p:nvSpPr>
          <p:spPr>
            <a:xfrm>
              <a:off x="6111509" y="1841425"/>
              <a:ext cx="999000" cy="654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32"/>
            <p:cNvSpPr/>
            <p:nvPr/>
          </p:nvSpPr>
          <p:spPr>
            <a:xfrm>
              <a:off x="6004083" y="2666308"/>
              <a:ext cx="1213666" cy="382388"/>
            </a:xfrm>
            <a:custGeom>
              <a:avLst/>
              <a:gdLst/>
              <a:ahLst/>
              <a:cxnLst/>
              <a:rect l="l" t="t" r="r" b="b"/>
              <a:pathLst>
                <a:path w="612" h="193" extrusionOk="0">
                  <a:moveTo>
                    <a:pt x="612" y="0"/>
                  </a:moveTo>
                  <a:cubicBezTo>
                    <a:pt x="612" y="107"/>
                    <a:pt x="475" y="193"/>
                    <a:pt x="306" y="193"/>
                  </a:cubicBezTo>
                  <a:cubicBezTo>
                    <a:pt x="137" y="193"/>
                    <a:pt x="0" y="107"/>
                    <a:pt x="0" y="0"/>
                  </a:cubicBezTo>
                  <a:lnTo>
                    <a:pt x="6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32"/>
            <p:cNvSpPr/>
            <p:nvPr/>
          </p:nvSpPr>
          <p:spPr>
            <a:xfrm>
              <a:off x="6004083" y="2666308"/>
              <a:ext cx="1213667" cy="62666"/>
            </a:xfrm>
            <a:custGeom>
              <a:avLst/>
              <a:gdLst/>
              <a:ahLst/>
              <a:cxnLst/>
              <a:rect l="l" t="t" r="r" b="b"/>
              <a:pathLst>
                <a:path w="612" h="32" extrusionOk="0">
                  <a:moveTo>
                    <a:pt x="608" y="32"/>
                  </a:moveTo>
                  <a:cubicBezTo>
                    <a:pt x="610" y="21"/>
                    <a:pt x="612" y="11"/>
                    <a:pt x="6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1" y="21"/>
                    <a:pt x="4" y="32"/>
                  </a:cubicBezTo>
                  <a:lnTo>
                    <a:pt x="608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32"/>
            <p:cNvSpPr/>
            <p:nvPr/>
          </p:nvSpPr>
          <p:spPr>
            <a:xfrm>
              <a:off x="6252187" y="2089529"/>
              <a:ext cx="166276" cy="25569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32"/>
            <p:cNvSpPr/>
            <p:nvPr/>
          </p:nvSpPr>
          <p:spPr>
            <a:xfrm>
              <a:off x="6803388" y="2089529"/>
              <a:ext cx="163617" cy="25569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32"/>
            <p:cNvSpPr/>
            <p:nvPr/>
          </p:nvSpPr>
          <p:spPr>
            <a:xfrm>
              <a:off x="6357056" y="2860699"/>
              <a:ext cx="507720" cy="187997"/>
            </a:xfrm>
            <a:custGeom>
              <a:avLst/>
              <a:gdLst/>
              <a:ahLst/>
              <a:cxnLst/>
              <a:rect l="l" t="t" r="r" b="b"/>
              <a:pathLst>
                <a:path w="256" h="95" extrusionOk="0">
                  <a:moveTo>
                    <a:pt x="0" y="77"/>
                  </a:moveTo>
                  <a:cubicBezTo>
                    <a:pt x="39" y="88"/>
                    <a:pt x="82" y="95"/>
                    <a:pt x="128" y="95"/>
                  </a:cubicBezTo>
                  <a:cubicBezTo>
                    <a:pt x="173" y="95"/>
                    <a:pt x="217" y="88"/>
                    <a:pt x="256" y="77"/>
                  </a:cubicBezTo>
                  <a:cubicBezTo>
                    <a:pt x="236" y="32"/>
                    <a:pt x="186" y="0"/>
                    <a:pt x="128" y="0"/>
                  </a:cubicBezTo>
                  <a:cubicBezTo>
                    <a:pt x="70" y="0"/>
                    <a:pt x="20" y="32"/>
                    <a:pt x="0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32"/>
            <p:cNvSpPr/>
            <p:nvPr/>
          </p:nvSpPr>
          <p:spPr>
            <a:xfrm>
              <a:off x="6101234" y="3373142"/>
              <a:ext cx="296058" cy="713946"/>
            </a:xfrm>
            <a:custGeom>
              <a:avLst/>
              <a:gdLst/>
              <a:ahLst/>
              <a:cxnLst/>
              <a:rect l="l" t="t" r="r" b="b"/>
              <a:pathLst>
                <a:path w="209" h="504" extrusionOk="0">
                  <a:moveTo>
                    <a:pt x="128" y="504"/>
                  </a:moveTo>
                  <a:lnTo>
                    <a:pt x="0" y="482"/>
                  </a:lnTo>
                  <a:lnTo>
                    <a:pt x="80" y="0"/>
                  </a:lnTo>
                  <a:lnTo>
                    <a:pt x="209" y="22"/>
                  </a:lnTo>
                  <a:lnTo>
                    <a:pt x="128" y="5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32"/>
            <p:cNvSpPr/>
            <p:nvPr/>
          </p:nvSpPr>
          <p:spPr>
            <a:xfrm>
              <a:off x="5681937" y="4421396"/>
              <a:ext cx="658693" cy="233733"/>
            </a:xfrm>
            <a:custGeom>
              <a:avLst/>
              <a:gdLst/>
              <a:ahLst/>
              <a:cxnLst/>
              <a:rect l="l" t="t" r="r" b="b"/>
              <a:pathLst>
                <a:path w="300" h="107" extrusionOk="0">
                  <a:moveTo>
                    <a:pt x="300" y="76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24" y="28"/>
                    <a:pt x="0" y="107"/>
                    <a:pt x="0" y="107"/>
                  </a:cubicBezTo>
                  <a:cubicBezTo>
                    <a:pt x="300" y="107"/>
                    <a:pt x="300" y="107"/>
                    <a:pt x="300" y="107"/>
                  </a:cubicBezTo>
                  <a:lnTo>
                    <a:pt x="300" y="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32"/>
            <p:cNvSpPr/>
            <p:nvPr/>
          </p:nvSpPr>
          <p:spPr>
            <a:xfrm>
              <a:off x="5868920" y="3723031"/>
              <a:ext cx="471709" cy="864102"/>
            </a:xfrm>
            <a:custGeom>
              <a:avLst/>
              <a:gdLst/>
              <a:ahLst/>
              <a:cxnLst/>
              <a:rect l="l" t="t" r="r" b="b"/>
              <a:pathLst>
                <a:path w="333" h="610" extrusionOk="0">
                  <a:moveTo>
                    <a:pt x="0" y="493"/>
                  </a:moveTo>
                  <a:lnTo>
                    <a:pt x="164" y="0"/>
                  </a:lnTo>
                  <a:lnTo>
                    <a:pt x="254" y="122"/>
                  </a:lnTo>
                  <a:lnTo>
                    <a:pt x="333" y="175"/>
                  </a:lnTo>
                  <a:lnTo>
                    <a:pt x="333" y="610"/>
                  </a:lnTo>
                  <a:lnTo>
                    <a:pt x="0" y="4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32"/>
            <p:cNvSpPr/>
            <p:nvPr/>
          </p:nvSpPr>
          <p:spPr>
            <a:xfrm>
              <a:off x="5868920" y="4401564"/>
              <a:ext cx="471709" cy="185570"/>
            </a:xfrm>
            <a:custGeom>
              <a:avLst/>
              <a:gdLst/>
              <a:ahLst/>
              <a:cxnLst/>
              <a:rect l="l" t="t" r="r" b="b"/>
              <a:pathLst>
                <a:path w="333" h="131" extrusionOk="0">
                  <a:moveTo>
                    <a:pt x="0" y="14"/>
                  </a:moveTo>
                  <a:lnTo>
                    <a:pt x="333" y="131"/>
                  </a:lnTo>
                  <a:lnTo>
                    <a:pt x="333" y="114"/>
                  </a:lnTo>
                  <a:lnTo>
                    <a:pt x="6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32"/>
            <p:cNvSpPr/>
            <p:nvPr/>
          </p:nvSpPr>
          <p:spPr>
            <a:xfrm>
              <a:off x="5914250" y="3723031"/>
              <a:ext cx="267727" cy="566623"/>
            </a:xfrm>
            <a:custGeom>
              <a:avLst/>
              <a:gdLst/>
              <a:ahLst/>
              <a:cxnLst/>
              <a:rect l="l" t="t" r="r" b="b"/>
              <a:pathLst>
                <a:path w="122" h="258" extrusionOk="0">
                  <a:moveTo>
                    <a:pt x="111" y="75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0" y="258"/>
                    <a:pt x="0" y="258"/>
                    <a:pt x="0" y="258"/>
                  </a:cubicBezTo>
                  <a:cubicBezTo>
                    <a:pt x="61" y="248"/>
                    <a:pt x="122" y="133"/>
                    <a:pt x="111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32"/>
            <p:cNvSpPr/>
            <p:nvPr/>
          </p:nvSpPr>
          <p:spPr>
            <a:xfrm>
              <a:off x="6181977" y="3895852"/>
              <a:ext cx="158653" cy="691281"/>
            </a:xfrm>
            <a:custGeom>
              <a:avLst/>
              <a:gdLst/>
              <a:ahLst/>
              <a:cxnLst/>
              <a:rect l="l" t="t" r="r" b="b"/>
              <a:pathLst>
                <a:path w="112" h="488" extrusionOk="0">
                  <a:moveTo>
                    <a:pt x="112" y="488"/>
                  </a:moveTo>
                  <a:lnTo>
                    <a:pt x="112" y="53"/>
                  </a:lnTo>
                  <a:lnTo>
                    <a:pt x="33" y="0"/>
                  </a:lnTo>
                  <a:lnTo>
                    <a:pt x="0" y="450"/>
                  </a:lnTo>
                  <a:lnTo>
                    <a:pt x="112" y="4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32"/>
            <p:cNvSpPr/>
            <p:nvPr/>
          </p:nvSpPr>
          <p:spPr>
            <a:xfrm>
              <a:off x="6825088" y="3373142"/>
              <a:ext cx="296058" cy="713946"/>
            </a:xfrm>
            <a:custGeom>
              <a:avLst/>
              <a:gdLst/>
              <a:ahLst/>
              <a:cxnLst/>
              <a:rect l="l" t="t" r="r" b="b"/>
              <a:pathLst>
                <a:path w="209" h="504" extrusionOk="0">
                  <a:moveTo>
                    <a:pt x="82" y="504"/>
                  </a:moveTo>
                  <a:lnTo>
                    <a:pt x="209" y="482"/>
                  </a:lnTo>
                  <a:lnTo>
                    <a:pt x="129" y="0"/>
                  </a:lnTo>
                  <a:lnTo>
                    <a:pt x="0" y="22"/>
                  </a:lnTo>
                  <a:lnTo>
                    <a:pt x="82" y="5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32"/>
            <p:cNvSpPr/>
            <p:nvPr/>
          </p:nvSpPr>
          <p:spPr>
            <a:xfrm>
              <a:off x="6881749" y="4421396"/>
              <a:ext cx="658693" cy="233733"/>
            </a:xfrm>
            <a:custGeom>
              <a:avLst/>
              <a:gdLst/>
              <a:ahLst/>
              <a:cxnLst/>
              <a:rect l="l" t="t" r="r" b="b"/>
              <a:pathLst>
                <a:path w="300" h="107" extrusionOk="0">
                  <a:moveTo>
                    <a:pt x="0" y="76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276" y="28"/>
                    <a:pt x="300" y="107"/>
                    <a:pt x="300" y="107"/>
                  </a:cubicBezTo>
                  <a:cubicBezTo>
                    <a:pt x="0" y="107"/>
                    <a:pt x="0" y="107"/>
                    <a:pt x="0" y="107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32"/>
            <p:cNvSpPr/>
            <p:nvPr/>
          </p:nvSpPr>
          <p:spPr>
            <a:xfrm>
              <a:off x="6881749" y="3723031"/>
              <a:ext cx="473126" cy="864102"/>
            </a:xfrm>
            <a:custGeom>
              <a:avLst/>
              <a:gdLst/>
              <a:ahLst/>
              <a:cxnLst/>
              <a:rect l="l" t="t" r="r" b="b"/>
              <a:pathLst>
                <a:path w="334" h="610" extrusionOk="0">
                  <a:moveTo>
                    <a:pt x="334" y="493"/>
                  </a:moveTo>
                  <a:lnTo>
                    <a:pt x="169" y="0"/>
                  </a:lnTo>
                  <a:lnTo>
                    <a:pt x="80" y="122"/>
                  </a:lnTo>
                  <a:lnTo>
                    <a:pt x="0" y="175"/>
                  </a:lnTo>
                  <a:lnTo>
                    <a:pt x="0" y="610"/>
                  </a:lnTo>
                  <a:lnTo>
                    <a:pt x="334" y="4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2"/>
            <p:cNvSpPr/>
            <p:nvPr/>
          </p:nvSpPr>
          <p:spPr>
            <a:xfrm>
              <a:off x="6881749" y="4401564"/>
              <a:ext cx="473126" cy="185570"/>
            </a:xfrm>
            <a:custGeom>
              <a:avLst/>
              <a:gdLst/>
              <a:ahLst/>
              <a:cxnLst/>
              <a:rect l="l" t="t" r="r" b="b"/>
              <a:pathLst>
                <a:path w="334" h="131" extrusionOk="0">
                  <a:moveTo>
                    <a:pt x="334" y="14"/>
                  </a:moveTo>
                  <a:lnTo>
                    <a:pt x="0" y="131"/>
                  </a:lnTo>
                  <a:lnTo>
                    <a:pt x="0" y="114"/>
                  </a:lnTo>
                  <a:lnTo>
                    <a:pt x="327" y="0"/>
                  </a:lnTo>
                  <a:lnTo>
                    <a:pt x="334" y="1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32"/>
            <p:cNvSpPr/>
            <p:nvPr/>
          </p:nvSpPr>
          <p:spPr>
            <a:xfrm>
              <a:off x="7040402" y="3723031"/>
              <a:ext cx="267727" cy="566623"/>
            </a:xfrm>
            <a:custGeom>
              <a:avLst/>
              <a:gdLst/>
              <a:ahLst/>
              <a:cxnLst/>
              <a:rect l="l" t="t" r="r" b="b"/>
              <a:pathLst>
                <a:path w="122" h="258" extrusionOk="0">
                  <a:moveTo>
                    <a:pt x="11" y="75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22" y="258"/>
                    <a:pt x="122" y="258"/>
                    <a:pt x="122" y="258"/>
                  </a:cubicBezTo>
                  <a:cubicBezTo>
                    <a:pt x="62" y="248"/>
                    <a:pt x="0" y="133"/>
                    <a:pt x="11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2"/>
            <p:cNvSpPr/>
            <p:nvPr/>
          </p:nvSpPr>
          <p:spPr>
            <a:xfrm>
              <a:off x="6881749" y="3895852"/>
              <a:ext cx="158653" cy="691281"/>
            </a:xfrm>
            <a:custGeom>
              <a:avLst/>
              <a:gdLst/>
              <a:ahLst/>
              <a:cxnLst/>
              <a:rect l="l" t="t" r="r" b="b"/>
              <a:pathLst>
                <a:path w="112" h="488" extrusionOk="0">
                  <a:moveTo>
                    <a:pt x="0" y="488"/>
                  </a:moveTo>
                  <a:lnTo>
                    <a:pt x="0" y="53"/>
                  </a:lnTo>
                  <a:lnTo>
                    <a:pt x="80" y="0"/>
                  </a:lnTo>
                  <a:lnTo>
                    <a:pt x="112" y="450"/>
                  </a:lnTo>
                  <a:lnTo>
                    <a:pt x="0" y="4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2"/>
            <p:cNvSpPr/>
            <p:nvPr/>
          </p:nvSpPr>
          <p:spPr>
            <a:xfrm>
              <a:off x="6054488" y="3052999"/>
              <a:ext cx="1086490" cy="526960"/>
            </a:xfrm>
            <a:custGeom>
              <a:avLst/>
              <a:gdLst/>
              <a:ahLst/>
              <a:cxnLst/>
              <a:rect l="l" t="t" r="r" b="b"/>
              <a:pathLst>
                <a:path w="495" h="240" extrusionOk="0">
                  <a:moveTo>
                    <a:pt x="495" y="51"/>
                  </a:moveTo>
                  <a:cubicBezTo>
                    <a:pt x="495" y="72"/>
                    <a:pt x="495" y="72"/>
                    <a:pt x="495" y="72"/>
                  </a:cubicBezTo>
                  <a:cubicBezTo>
                    <a:pt x="495" y="87"/>
                    <a:pt x="489" y="100"/>
                    <a:pt x="478" y="110"/>
                  </a:cubicBezTo>
                  <a:cubicBezTo>
                    <a:pt x="367" y="212"/>
                    <a:pt x="367" y="212"/>
                    <a:pt x="367" y="212"/>
                  </a:cubicBezTo>
                  <a:cubicBezTo>
                    <a:pt x="359" y="220"/>
                    <a:pt x="349" y="226"/>
                    <a:pt x="339" y="231"/>
                  </a:cubicBezTo>
                  <a:cubicBezTo>
                    <a:pt x="325" y="237"/>
                    <a:pt x="311" y="240"/>
                    <a:pt x="296" y="240"/>
                  </a:cubicBezTo>
                  <a:cubicBezTo>
                    <a:pt x="199" y="240"/>
                    <a:pt x="199" y="240"/>
                    <a:pt x="199" y="240"/>
                  </a:cubicBezTo>
                  <a:cubicBezTo>
                    <a:pt x="184" y="240"/>
                    <a:pt x="169" y="237"/>
                    <a:pt x="156" y="231"/>
                  </a:cubicBezTo>
                  <a:cubicBezTo>
                    <a:pt x="146" y="226"/>
                    <a:pt x="136" y="220"/>
                    <a:pt x="128" y="212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6" y="100"/>
                    <a:pt x="0" y="87"/>
                    <a:pt x="0" y="7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3" y="0"/>
                    <a:pt x="51" y="0"/>
                  </a:cubicBezTo>
                  <a:cubicBezTo>
                    <a:pt x="444" y="0"/>
                    <a:pt x="444" y="0"/>
                    <a:pt x="444" y="0"/>
                  </a:cubicBezTo>
                  <a:cubicBezTo>
                    <a:pt x="472" y="0"/>
                    <a:pt x="495" y="23"/>
                    <a:pt x="495" y="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2"/>
            <p:cNvSpPr/>
            <p:nvPr/>
          </p:nvSpPr>
          <p:spPr>
            <a:xfrm>
              <a:off x="6054488" y="3052999"/>
              <a:ext cx="1086490" cy="114742"/>
            </a:xfrm>
            <a:custGeom>
              <a:avLst/>
              <a:gdLst/>
              <a:ahLst/>
              <a:cxnLst/>
              <a:rect l="l" t="t" r="r" b="b"/>
              <a:pathLst>
                <a:path w="495" h="52" extrusionOk="0">
                  <a:moveTo>
                    <a:pt x="495" y="52"/>
                  </a:moveTo>
                  <a:cubicBezTo>
                    <a:pt x="495" y="51"/>
                    <a:pt x="495" y="51"/>
                    <a:pt x="495" y="51"/>
                  </a:cubicBezTo>
                  <a:cubicBezTo>
                    <a:pt x="495" y="23"/>
                    <a:pt x="472" y="0"/>
                    <a:pt x="444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23" y="0"/>
                    <a:pt x="0" y="23"/>
                    <a:pt x="0" y="51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495" y="5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2"/>
            <p:cNvSpPr/>
            <p:nvPr/>
          </p:nvSpPr>
          <p:spPr>
            <a:xfrm>
              <a:off x="6397292" y="3299480"/>
              <a:ext cx="402298" cy="280479"/>
            </a:xfrm>
            <a:custGeom>
              <a:avLst/>
              <a:gdLst/>
              <a:ahLst/>
              <a:cxnLst/>
              <a:rect l="l" t="t" r="r" b="b"/>
              <a:pathLst>
                <a:path w="183" h="128" extrusionOk="0">
                  <a:moveTo>
                    <a:pt x="183" y="119"/>
                  </a:moveTo>
                  <a:cubicBezTo>
                    <a:pt x="169" y="125"/>
                    <a:pt x="155" y="128"/>
                    <a:pt x="140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28" y="128"/>
                    <a:pt x="13" y="125"/>
                    <a:pt x="0" y="11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8" y="11"/>
                    <a:pt x="41" y="0"/>
                    <a:pt x="5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42" y="0"/>
                    <a:pt x="155" y="11"/>
                    <a:pt x="159" y="25"/>
                  </a:cubicBezTo>
                  <a:lnTo>
                    <a:pt x="183" y="1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4"/>
    </mc:Choice>
    <mc:Fallback xmlns="">
      <p:transition spd="slow" advTm="64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6F924D8B-0E1C-6F81-54BC-578B911E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5">
            <a:extLst>
              <a:ext uri="{FF2B5EF4-FFF2-40B4-BE49-F238E27FC236}">
                <a16:creationId xmlns:a16="http://schemas.microsoft.com/office/drawing/2014/main" id="{A72DE16E-7573-5539-EB8F-EFC55F35E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 SDUI Concept</a:t>
            </a:r>
            <a:endParaRPr dirty="0"/>
          </a:p>
        </p:txBody>
      </p:sp>
      <p:sp>
        <p:nvSpPr>
          <p:cNvPr id="1213" name="Google Shape;1213;p35">
            <a:extLst>
              <a:ext uri="{FF2B5EF4-FFF2-40B4-BE49-F238E27FC236}">
                <a16:creationId xmlns:a16="http://schemas.microsoft.com/office/drawing/2014/main" id="{A96865EB-FC5E-B224-4FDC-96DAD4BE3D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5145" y="1026660"/>
            <a:ext cx="33780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de-DE" b="1" dirty="0"/>
              <a:t>Problem:</a:t>
            </a:r>
          </a:p>
          <a:p>
            <a:pPr marL="0" lvl="0" indent="0"/>
            <a:r>
              <a:rPr lang="de-DE" dirty="0"/>
              <a:t>UI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app</a:t>
            </a:r>
            <a:r>
              <a:rPr lang="de-DE" dirty="0"/>
              <a:t> </a:t>
            </a:r>
            <a:r>
              <a:rPr lang="de-DE" dirty="0" err="1"/>
              <a:t>releases</a:t>
            </a:r>
            <a:endParaRPr lang="de-DE" dirty="0"/>
          </a:p>
          <a:p>
            <a:pPr marL="0" lvl="0" indent="0"/>
            <a:endParaRPr lang="de-DE" dirty="0"/>
          </a:p>
          <a:p>
            <a:pPr marL="285750" lvl="0" indent="-285750">
              <a:buFont typeface="Symbol" panose="05050102010706020507" pitchFamily="18" charset="2"/>
              <a:buChar char="-"/>
            </a:pPr>
            <a:r>
              <a:rPr lang="de-DE" dirty="0"/>
              <a:t>User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download</a:t>
            </a:r>
            <a:r>
              <a:rPr lang="de-DE" dirty="0"/>
              <a:t> </a:t>
            </a:r>
            <a:r>
              <a:rPr lang="de-DE" dirty="0" err="1"/>
              <a:t>updates</a:t>
            </a:r>
            <a:endParaRPr lang="de-DE" dirty="0"/>
          </a:p>
          <a:p>
            <a:pPr marL="285750" lvl="0" indent="-285750">
              <a:buFont typeface="Symbol" panose="05050102010706020507" pitchFamily="18" charset="2"/>
              <a:buChar char="-"/>
            </a:pPr>
            <a:r>
              <a:rPr lang="de-DE" dirty="0" err="1"/>
              <a:t>Friction</a:t>
            </a:r>
            <a:r>
              <a:rPr lang="de-DE" dirty="0"/>
              <a:t> and </a:t>
            </a:r>
            <a:r>
              <a:rPr lang="de-DE" dirty="0" err="1"/>
              <a:t>delays</a:t>
            </a:r>
            <a:endParaRPr lang="de-DE" dirty="0"/>
          </a:p>
          <a:p>
            <a:pPr marL="285750" lvl="0" indent="-285750">
              <a:buFont typeface="Symbol" panose="05050102010706020507" pitchFamily="18" charset="2"/>
              <a:buChar char="-"/>
            </a:pPr>
            <a:endParaRPr lang="de-DE" dirty="0"/>
          </a:p>
          <a:p>
            <a:pPr marL="0" lvl="0" indent="0"/>
            <a:r>
              <a:rPr lang="en" b="1" dirty="0"/>
              <a:t>Solution:</a:t>
            </a:r>
          </a:p>
          <a:p>
            <a:pPr marL="0" lvl="0" indent="0"/>
            <a:r>
              <a:rPr lang="de-DE" dirty="0"/>
              <a:t>Server-Driven UI</a:t>
            </a:r>
          </a:p>
          <a:p>
            <a:pPr marL="0" lvl="0" indent="0"/>
            <a:endParaRPr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622DE9-4708-8614-5882-4B3D8E4C74AA}"/>
              </a:ext>
            </a:extLst>
          </p:cNvPr>
          <p:cNvSpPr txBox="1"/>
          <p:nvPr/>
        </p:nvSpPr>
        <p:spPr>
          <a:xfrm>
            <a:off x="4153145" y="1518606"/>
            <a:ext cx="2961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+ </a:t>
            </a:r>
            <a:r>
              <a:rPr lang="en-US" b="1" dirty="0"/>
              <a:t>faster</a:t>
            </a:r>
            <a:r>
              <a:rPr lang="en-US" dirty="0"/>
              <a:t> &amp; </a:t>
            </a:r>
            <a:r>
              <a:rPr lang="en-US" b="1" dirty="0"/>
              <a:t>flexible</a:t>
            </a:r>
            <a:r>
              <a:rPr lang="en-US" dirty="0"/>
              <a:t> UI updates</a:t>
            </a:r>
          </a:p>
          <a:p>
            <a:pPr lvl="0"/>
            <a:r>
              <a:rPr lang="en-US" dirty="0"/>
              <a:t>+ </a:t>
            </a:r>
            <a:r>
              <a:rPr lang="en-US" b="1" dirty="0"/>
              <a:t>consistent</a:t>
            </a:r>
            <a:r>
              <a:rPr lang="en-US" dirty="0"/>
              <a:t> across multi-platform</a:t>
            </a:r>
          </a:p>
          <a:p>
            <a:pPr lvl="0"/>
            <a:r>
              <a:rPr lang="en-US" dirty="0"/>
              <a:t>+ </a:t>
            </a:r>
            <a:r>
              <a:rPr lang="en-US" b="1" dirty="0"/>
              <a:t>robust</a:t>
            </a:r>
            <a:r>
              <a:rPr lang="en-US" dirty="0"/>
              <a:t> UI (rendering focus)</a:t>
            </a:r>
          </a:p>
          <a:p>
            <a:pPr lvl="0"/>
            <a:r>
              <a:rPr lang="en-US" dirty="0"/>
              <a:t>+ </a:t>
            </a:r>
            <a:r>
              <a:rPr lang="en-US" b="1" dirty="0"/>
              <a:t>personalization</a:t>
            </a:r>
            <a:r>
              <a:rPr lang="en-US" dirty="0"/>
              <a:t> (in real-time)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B11447-766F-424D-0161-10FF4589F01B}"/>
              </a:ext>
            </a:extLst>
          </p:cNvPr>
          <p:cNvSpPr txBox="1"/>
          <p:nvPr/>
        </p:nvSpPr>
        <p:spPr>
          <a:xfrm>
            <a:off x="4153144" y="2571750"/>
            <a:ext cx="29610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dirty="0"/>
              <a:t>Performance relies on server (internet connection of user)</a:t>
            </a:r>
          </a:p>
          <a:p>
            <a:pPr marL="285750" lvl="0" indent="-285750">
              <a:buFontTx/>
              <a:buChar char="-"/>
            </a:pPr>
            <a:r>
              <a:rPr lang="en-US" dirty="0"/>
              <a:t>Offline support of App</a:t>
            </a:r>
          </a:p>
          <a:p>
            <a:pPr marL="285750" lvl="0" indent="-285750">
              <a:buFontTx/>
              <a:buChar char="-"/>
            </a:pPr>
            <a:r>
              <a:rPr lang="en-US" dirty="0"/>
              <a:t>Server infrastructure</a:t>
            </a:r>
          </a:p>
          <a:p>
            <a:pPr marL="285750" lvl="0" indent="-285750">
              <a:buFontTx/>
              <a:buChar char="-"/>
            </a:pPr>
            <a:r>
              <a:rPr lang="en-US" dirty="0"/>
              <a:t>Difficulty through flexibility</a:t>
            </a:r>
          </a:p>
        </p:txBody>
      </p:sp>
    </p:spTree>
    <p:extLst>
      <p:ext uri="{BB962C8B-B14F-4D97-AF65-F5344CB8AC3E}">
        <p14:creationId xmlns:p14="http://schemas.microsoft.com/office/powerpoint/2010/main" val="304174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>
          <a:extLst>
            <a:ext uri="{FF2B5EF4-FFF2-40B4-BE49-F238E27FC236}">
              <a16:creationId xmlns:a16="http://schemas.microsoft.com/office/drawing/2014/main" id="{A935C794-3F7A-0C2B-3A72-D221ECAA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40">
            <a:extLst>
              <a:ext uri="{FF2B5EF4-FFF2-40B4-BE49-F238E27FC236}">
                <a16:creationId xmlns:a16="http://schemas.microsoft.com/office/drawing/2014/main" id="{36D3FBB8-DE07-0F5C-D6CA-38CEF5F24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dirty="0">
                <a:latin typeface="Poppins ExtraBold"/>
                <a:ea typeface="Poppins ExtraBold"/>
                <a:cs typeface="Poppins ExtraBold"/>
                <a:sym typeface="Poppins ExtraBold"/>
              </a:rPr>
              <a:t>Architecture</a:t>
            </a:r>
            <a:endParaRPr sz="2800" b="0" dirty="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2" name="Grafik 11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78FBD93-36FE-FC0B-DC86-49F966DC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17725"/>
            <a:ext cx="8095919" cy="31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>
          <a:extLst>
            <a:ext uri="{FF2B5EF4-FFF2-40B4-BE49-F238E27FC236}">
              <a16:creationId xmlns:a16="http://schemas.microsoft.com/office/drawing/2014/main" id="{BA0AB835-9821-F5BA-993D-AF522234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40">
            <a:extLst>
              <a:ext uri="{FF2B5EF4-FFF2-40B4-BE49-F238E27FC236}">
                <a16:creationId xmlns:a16="http://schemas.microsoft.com/office/drawing/2014/main" id="{A938C9B0-7535-3DA9-9AEF-91B4F7FB6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dirty="0">
                <a:latin typeface="Poppins ExtraBold"/>
                <a:ea typeface="Poppins ExtraBold"/>
                <a:cs typeface="Poppins ExtraBold"/>
                <a:sym typeface="Poppins ExtraBold"/>
              </a:rPr>
              <a:t>Key Technical Decisions</a:t>
            </a:r>
            <a:endParaRPr sz="2800" b="0" dirty="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D19A093-D779-2921-705D-69716F304CE6}"/>
              </a:ext>
            </a:extLst>
          </p:cNvPr>
          <p:cNvSpPr txBox="1"/>
          <p:nvPr/>
        </p:nvSpPr>
        <p:spPr>
          <a:xfrm>
            <a:off x="720000" y="1223558"/>
            <a:ext cx="404505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Performance &amp; Scalability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/>
              <a:t>Stale-While-Revalidate Caching (Redis)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Circuit Breaker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Dual Cache Invalidation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Personalization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Widgets assigned to users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Insurance Centre (Contracts)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Widget Design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Multi-Platform Consistency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JSON Contract</a:t>
            </a:r>
          </a:p>
        </p:txBody>
      </p:sp>
      <p:pic>
        <p:nvPicPr>
          <p:cNvPr id="28" name="ConfigSWR">
            <a:extLst>
              <a:ext uri="{FF2B5EF4-FFF2-40B4-BE49-F238E27FC236}">
                <a16:creationId xmlns:a16="http://schemas.microsoft.com/office/drawing/2014/main" id="{0FA359C0-E83B-81B7-B3B4-1D0C8224E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057" y="1223558"/>
            <a:ext cx="2991267" cy="1114581"/>
          </a:xfrm>
          <a:prstGeom prst="rect">
            <a:avLst/>
          </a:prstGeom>
        </p:spPr>
      </p:pic>
      <p:pic>
        <p:nvPicPr>
          <p:cNvPr id="30" name="SWR1">
            <a:extLst>
              <a:ext uri="{FF2B5EF4-FFF2-40B4-BE49-F238E27FC236}">
                <a16:creationId xmlns:a16="http://schemas.microsoft.com/office/drawing/2014/main" id="{F0377AE9-276D-4F41-036B-93D54BC9E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205" y="1223558"/>
            <a:ext cx="4740464" cy="3833893"/>
          </a:xfrm>
          <a:prstGeom prst="rect">
            <a:avLst/>
          </a:prstGeom>
        </p:spPr>
      </p:pic>
      <p:pic>
        <p:nvPicPr>
          <p:cNvPr id="41" name="SWR2">
            <a:extLst>
              <a:ext uri="{FF2B5EF4-FFF2-40B4-BE49-F238E27FC236}">
                <a16:creationId xmlns:a16="http://schemas.microsoft.com/office/drawing/2014/main" id="{CA3A6101-13CD-754E-D944-5F3A51625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205" y="1243456"/>
            <a:ext cx="4733028" cy="3179489"/>
          </a:xfrm>
          <a:prstGeom prst="rect">
            <a:avLst/>
          </a:prstGeom>
        </p:spPr>
      </p:pic>
      <p:sp>
        <p:nvSpPr>
          <p:cNvPr id="42" name="SWRBox">
            <a:extLst>
              <a:ext uri="{FF2B5EF4-FFF2-40B4-BE49-F238E27FC236}">
                <a16:creationId xmlns:a16="http://schemas.microsoft.com/office/drawing/2014/main" id="{7883CEEB-A664-3B13-C821-E0C07F40DE19}"/>
              </a:ext>
            </a:extLst>
          </p:cNvPr>
          <p:cNvSpPr/>
          <p:nvPr/>
        </p:nvSpPr>
        <p:spPr>
          <a:xfrm>
            <a:off x="4339862" y="4422945"/>
            <a:ext cx="4609714" cy="5941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Circuit1">
            <a:extLst>
              <a:ext uri="{FF2B5EF4-FFF2-40B4-BE49-F238E27FC236}">
                <a16:creationId xmlns:a16="http://schemas.microsoft.com/office/drawing/2014/main" id="{72496DC9-4FAE-B221-10B3-04E8AC5EB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7544" y="2328553"/>
            <a:ext cx="4733028" cy="1493838"/>
          </a:xfrm>
          <a:prstGeom prst="rect">
            <a:avLst/>
          </a:prstGeom>
        </p:spPr>
      </p:pic>
      <p:pic>
        <p:nvPicPr>
          <p:cNvPr id="48" name="Circuit2">
            <a:extLst>
              <a:ext uri="{FF2B5EF4-FFF2-40B4-BE49-F238E27FC236}">
                <a16:creationId xmlns:a16="http://schemas.microsoft.com/office/drawing/2014/main" id="{186CC99C-2943-47E4-D818-9454F9708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7544" y="1017725"/>
            <a:ext cx="4723689" cy="1365863"/>
          </a:xfrm>
          <a:prstGeom prst="rect">
            <a:avLst/>
          </a:prstGeom>
        </p:spPr>
      </p:pic>
      <p:pic>
        <p:nvPicPr>
          <p:cNvPr id="51" name="Circuit3">
            <a:extLst>
              <a:ext uri="{FF2B5EF4-FFF2-40B4-BE49-F238E27FC236}">
                <a16:creationId xmlns:a16="http://schemas.microsoft.com/office/drawing/2014/main" id="{C70AEE35-C03D-51F4-C052-722967DB2A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7545" y="3822391"/>
            <a:ext cx="4136455" cy="1308129"/>
          </a:xfrm>
          <a:prstGeom prst="rect">
            <a:avLst/>
          </a:prstGeom>
        </p:spPr>
      </p:pic>
      <p:pic>
        <p:nvPicPr>
          <p:cNvPr id="9" name="Kafka + Invalidate">
            <a:extLst>
              <a:ext uri="{FF2B5EF4-FFF2-40B4-BE49-F238E27FC236}">
                <a16:creationId xmlns:a16="http://schemas.microsoft.com/office/drawing/2014/main" id="{EF18431C-DA36-06AB-B65A-6E84529973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0770" y="977325"/>
            <a:ext cx="3956198" cy="4141020"/>
          </a:xfrm>
          <a:prstGeom prst="rect">
            <a:avLst/>
          </a:prstGeom>
        </p:spPr>
      </p:pic>
      <p:pic>
        <p:nvPicPr>
          <p:cNvPr id="57" name="Perso1">
            <a:extLst>
              <a:ext uri="{FF2B5EF4-FFF2-40B4-BE49-F238E27FC236}">
                <a16:creationId xmlns:a16="http://schemas.microsoft.com/office/drawing/2014/main" id="{6367C75D-9E51-242A-D053-7BC002652D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0769" y="955452"/>
            <a:ext cx="4735794" cy="2345516"/>
          </a:xfrm>
          <a:prstGeom prst="rect">
            <a:avLst/>
          </a:prstGeom>
        </p:spPr>
      </p:pic>
      <p:sp>
        <p:nvSpPr>
          <p:cNvPr id="58" name="PersoBox1">
            <a:extLst>
              <a:ext uri="{FF2B5EF4-FFF2-40B4-BE49-F238E27FC236}">
                <a16:creationId xmlns:a16="http://schemas.microsoft.com/office/drawing/2014/main" id="{C70FBA28-AC86-C459-736C-821A6A45F0E7}"/>
              </a:ext>
            </a:extLst>
          </p:cNvPr>
          <p:cNvSpPr/>
          <p:nvPr/>
        </p:nvSpPr>
        <p:spPr>
          <a:xfrm>
            <a:off x="4287544" y="3270142"/>
            <a:ext cx="4735794" cy="19316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erso2">
            <a:extLst>
              <a:ext uri="{FF2B5EF4-FFF2-40B4-BE49-F238E27FC236}">
                <a16:creationId xmlns:a16="http://schemas.microsoft.com/office/drawing/2014/main" id="{5203DA66-EB9D-BEA0-6610-6D3D9371E7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443" y="955621"/>
            <a:ext cx="4665520" cy="2964321"/>
          </a:xfrm>
          <a:prstGeom prst="rect">
            <a:avLst/>
          </a:prstGeom>
        </p:spPr>
      </p:pic>
      <p:pic>
        <p:nvPicPr>
          <p:cNvPr id="3" name="Perso3">
            <a:extLst>
              <a:ext uri="{FF2B5EF4-FFF2-40B4-BE49-F238E27FC236}">
                <a16:creationId xmlns:a16="http://schemas.microsoft.com/office/drawing/2014/main" id="{13F12EE1-7837-81A8-98DC-067655C360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441" y="977325"/>
            <a:ext cx="4714121" cy="3051842"/>
          </a:xfrm>
          <a:prstGeom prst="rect">
            <a:avLst/>
          </a:prstGeom>
        </p:spPr>
      </p:pic>
      <p:sp>
        <p:nvSpPr>
          <p:cNvPr id="1408" name="ContractBox">
            <a:extLst>
              <a:ext uri="{FF2B5EF4-FFF2-40B4-BE49-F238E27FC236}">
                <a16:creationId xmlns:a16="http://schemas.microsoft.com/office/drawing/2014/main" id="{34064BFA-F8DD-28F0-93AE-EB908BCF8024}"/>
              </a:ext>
            </a:extLst>
          </p:cNvPr>
          <p:cNvSpPr/>
          <p:nvPr/>
        </p:nvSpPr>
        <p:spPr>
          <a:xfrm>
            <a:off x="7773870" y="943671"/>
            <a:ext cx="1232693" cy="3179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ract">
            <a:extLst>
              <a:ext uri="{FF2B5EF4-FFF2-40B4-BE49-F238E27FC236}">
                <a16:creationId xmlns:a16="http://schemas.microsoft.com/office/drawing/2014/main" id="{ADF34F52-8313-EEC8-CA0B-3D162E269B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1262" y="977325"/>
            <a:ext cx="3704390" cy="409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8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8" grpId="0" animBg="1"/>
      <p:bldP spid="140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36"/>
          <p:cNvSpPr txBox="1">
            <a:spLocks noGrp="1"/>
          </p:cNvSpPr>
          <p:nvPr>
            <p:ph type="subTitle" idx="1"/>
          </p:nvPr>
        </p:nvSpPr>
        <p:spPr>
          <a:xfrm>
            <a:off x="2998375" y="1098475"/>
            <a:ext cx="5432400" cy="218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“Let’s Demo”</a:t>
            </a:r>
            <a:endParaRPr dirty="0"/>
          </a:p>
        </p:txBody>
      </p:sp>
      <p:sp>
        <p:nvSpPr>
          <p:cNvPr id="1219" name="Google Shape;1219;p36"/>
          <p:cNvSpPr txBox="1">
            <a:spLocks noGrp="1"/>
          </p:cNvSpPr>
          <p:nvPr>
            <p:ph type="title"/>
          </p:nvPr>
        </p:nvSpPr>
        <p:spPr>
          <a:xfrm>
            <a:off x="2998375" y="3317950"/>
            <a:ext cx="54324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—Florian Korn</a:t>
            </a:r>
            <a:endParaRPr dirty="0"/>
          </a:p>
        </p:txBody>
      </p:sp>
      <p:grpSp>
        <p:nvGrpSpPr>
          <p:cNvPr id="1220" name="Google Shape;1220;p36"/>
          <p:cNvGrpSpPr/>
          <p:nvPr/>
        </p:nvGrpSpPr>
        <p:grpSpPr>
          <a:xfrm>
            <a:off x="713223" y="2014373"/>
            <a:ext cx="2296025" cy="2185425"/>
            <a:chOff x="930673" y="2066698"/>
            <a:chExt cx="2296025" cy="2185425"/>
          </a:xfrm>
        </p:grpSpPr>
        <p:sp>
          <p:nvSpPr>
            <p:cNvPr id="1221" name="Google Shape;1221;p36"/>
            <p:cNvSpPr/>
            <p:nvPr/>
          </p:nvSpPr>
          <p:spPr>
            <a:xfrm>
              <a:off x="1265312" y="3055603"/>
              <a:ext cx="753960" cy="938367"/>
            </a:xfrm>
            <a:custGeom>
              <a:avLst/>
              <a:gdLst/>
              <a:ahLst/>
              <a:cxnLst/>
              <a:rect l="l" t="t" r="r" b="b"/>
              <a:pathLst>
                <a:path w="356" h="443" extrusionOk="0">
                  <a:moveTo>
                    <a:pt x="278" y="110"/>
                  </a:moveTo>
                  <a:cubicBezTo>
                    <a:pt x="356" y="71"/>
                    <a:pt x="356" y="71"/>
                    <a:pt x="356" y="71"/>
                  </a:cubicBezTo>
                  <a:cubicBezTo>
                    <a:pt x="328" y="16"/>
                    <a:pt x="328" y="16"/>
                    <a:pt x="328" y="16"/>
                  </a:cubicBezTo>
                  <a:cubicBezTo>
                    <a:pt x="251" y="55"/>
                    <a:pt x="251" y="55"/>
                    <a:pt x="251" y="55"/>
                  </a:cubicBezTo>
                  <a:cubicBezTo>
                    <a:pt x="239" y="36"/>
                    <a:pt x="223" y="18"/>
                    <a:pt x="202" y="0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0" y="162"/>
                    <a:pt x="0" y="318"/>
                    <a:pt x="14" y="389"/>
                  </a:cubicBezTo>
                  <a:cubicBezTo>
                    <a:pt x="19" y="413"/>
                    <a:pt x="38" y="432"/>
                    <a:pt x="62" y="436"/>
                  </a:cubicBezTo>
                  <a:cubicBezTo>
                    <a:pt x="96" y="443"/>
                    <a:pt x="128" y="420"/>
                    <a:pt x="133" y="386"/>
                  </a:cubicBezTo>
                  <a:cubicBezTo>
                    <a:pt x="160" y="206"/>
                    <a:pt x="290" y="184"/>
                    <a:pt x="290" y="184"/>
                  </a:cubicBezTo>
                  <a:cubicBezTo>
                    <a:pt x="290" y="184"/>
                    <a:pt x="293" y="152"/>
                    <a:pt x="278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6"/>
            <p:cNvSpPr/>
            <p:nvPr/>
          </p:nvSpPr>
          <p:spPr>
            <a:xfrm>
              <a:off x="2135369" y="3055603"/>
              <a:ext cx="752594" cy="938367"/>
            </a:xfrm>
            <a:custGeom>
              <a:avLst/>
              <a:gdLst/>
              <a:ahLst/>
              <a:cxnLst/>
              <a:rect l="l" t="t" r="r" b="b"/>
              <a:pathLst>
                <a:path w="356" h="443" extrusionOk="0">
                  <a:moveTo>
                    <a:pt x="77" y="11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7" y="36"/>
                    <a:pt x="133" y="18"/>
                    <a:pt x="154" y="0"/>
                  </a:cubicBezTo>
                  <a:cubicBezTo>
                    <a:pt x="356" y="162"/>
                    <a:pt x="356" y="318"/>
                    <a:pt x="342" y="389"/>
                  </a:cubicBezTo>
                  <a:cubicBezTo>
                    <a:pt x="337" y="413"/>
                    <a:pt x="318" y="432"/>
                    <a:pt x="294" y="436"/>
                  </a:cubicBezTo>
                  <a:cubicBezTo>
                    <a:pt x="260" y="443"/>
                    <a:pt x="228" y="420"/>
                    <a:pt x="223" y="386"/>
                  </a:cubicBezTo>
                  <a:cubicBezTo>
                    <a:pt x="195" y="206"/>
                    <a:pt x="65" y="184"/>
                    <a:pt x="65" y="184"/>
                  </a:cubicBezTo>
                  <a:cubicBezTo>
                    <a:pt x="65" y="184"/>
                    <a:pt x="63" y="152"/>
                    <a:pt x="77" y="1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6"/>
            <p:cNvSpPr/>
            <p:nvPr/>
          </p:nvSpPr>
          <p:spPr>
            <a:xfrm>
              <a:off x="1492046" y="2696373"/>
              <a:ext cx="1171915" cy="898756"/>
            </a:xfrm>
            <a:custGeom>
              <a:avLst/>
              <a:gdLst/>
              <a:ahLst/>
              <a:cxnLst/>
              <a:rect l="l" t="t" r="r" b="b"/>
              <a:pathLst>
                <a:path w="554" h="425" extrusionOk="0">
                  <a:moveTo>
                    <a:pt x="554" y="0"/>
                  </a:moveTo>
                  <a:cubicBezTo>
                    <a:pt x="554" y="279"/>
                    <a:pt x="554" y="279"/>
                    <a:pt x="554" y="279"/>
                  </a:cubicBezTo>
                  <a:cubicBezTo>
                    <a:pt x="554" y="311"/>
                    <a:pt x="534" y="340"/>
                    <a:pt x="503" y="350"/>
                  </a:cubicBezTo>
                  <a:cubicBezTo>
                    <a:pt x="411" y="383"/>
                    <a:pt x="411" y="383"/>
                    <a:pt x="411" y="383"/>
                  </a:cubicBezTo>
                  <a:cubicBezTo>
                    <a:pt x="316" y="416"/>
                    <a:pt x="316" y="416"/>
                    <a:pt x="316" y="416"/>
                  </a:cubicBezTo>
                  <a:cubicBezTo>
                    <a:pt x="291" y="425"/>
                    <a:pt x="263" y="425"/>
                    <a:pt x="238" y="416"/>
                  </a:cubicBezTo>
                  <a:cubicBezTo>
                    <a:pt x="143" y="383"/>
                    <a:pt x="143" y="383"/>
                    <a:pt x="143" y="383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20" y="340"/>
                    <a:pt x="0" y="311"/>
                    <a:pt x="0" y="2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4" y="0"/>
                    <a:pt x="554" y="0"/>
                    <a:pt x="554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6"/>
            <p:cNvSpPr/>
            <p:nvPr/>
          </p:nvSpPr>
          <p:spPr>
            <a:xfrm>
              <a:off x="1492046" y="2696373"/>
              <a:ext cx="1171800" cy="20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6"/>
            <p:cNvSpPr/>
            <p:nvPr/>
          </p:nvSpPr>
          <p:spPr>
            <a:xfrm>
              <a:off x="1492046" y="2066698"/>
              <a:ext cx="1171915" cy="784021"/>
            </a:xfrm>
            <a:custGeom>
              <a:avLst/>
              <a:gdLst/>
              <a:ahLst/>
              <a:cxnLst/>
              <a:rect l="l" t="t" r="r" b="b"/>
              <a:pathLst>
                <a:path w="554" h="370" extrusionOk="0">
                  <a:moveTo>
                    <a:pt x="554" y="175"/>
                  </a:moveTo>
                  <a:cubicBezTo>
                    <a:pt x="554" y="370"/>
                    <a:pt x="554" y="370"/>
                    <a:pt x="554" y="370"/>
                  </a:cubicBezTo>
                  <a:cubicBezTo>
                    <a:pt x="0" y="370"/>
                    <a:pt x="0" y="370"/>
                    <a:pt x="0" y="370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18"/>
                    <a:pt x="43" y="68"/>
                    <a:pt x="109" y="36"/>
                  </a:cubicBezTo>
                  <a:cubicBezTo>
                    <a:pt x="111" y="35"/>
                    <a:pt x="114" y="34"/>
                    <a:pt x="116" y="33"/>
                  </a:cubicBezTo>
                  <a:cubicBezTo>
                    <a:pt x="161" y="12"/>
                    <a:pt x="217" y="0"/>
                    <a:pt x="277" y="0"/>
                  </a:cubicBezTo>
                  <a:cubicBezTo>
                    <a:pt x="338" y="0"/>
                    <a:pt x="394" y="13"/>
                    <a:pt x="440" y="34"/>
                  </a:cubicBezTo>
                  <a:cubicBezTo>
                    <a:pt x="442" y="35"/>
                    <a:pt x="444" y="36"/>
                    <a:pt x="447" y="37"/>
                  </a:cubicBezTo>
                  <a:cubicBezTo>
                    <a:pt x="512" y="69"/>
                    <a:pt x="554" y="119"/>
                    <a:pt x="554" y="1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6"/>
            <p:cNvSpPr/>
            <p:nvPr/>
          </p:nvSpPr>
          <p:spPr>
            <a:xfrm>
              <a:off x="1628633" y="2225142"/>
              <a:ext cx="897376" cy="487623"/>
            </a:xfrm>
            <a:custGeom>
              <a:avLst/>
              <a:gdLst/>
              <a:ahLst/>
              <a:cxnLst/>
              <a:rect l="l" t="t" r="r" b="b"/>
              <a:pathLst>
                <a:path w="424" h="230" extrusionOk="0">
                  <a:moveTo>
                    <a:pt x="424" y="125"/>
                  </a:moveTo>
                  <a:cubicBezTo>
                    <a:pt x="424" y="168"/>
                    <a:pt x="424" y="168"/>
                    <a:pt x="424" y="168"/>
                  </a:cubicBezTo>
                  <a:cubicBezTo>
                    <a:pt x="424" y="202"/>
                    <a:pt x="396" y="230"/>
                    <a:pt x="362" y="230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27" y="230"/>
                    <a:pt x="0" y="202"/>
                    <a:pt x="0" y="168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7"/>
                    <a:pt x="97" y="0"/>
                    <a:pt x="212" y="0"/>
                  </a:cubicBezTo>
                  <a:cubicBezTo>
                    <a:pt x="327" y="0"/>
                    <a:pt x="424" y="57"/>
                    <a:pt x="424" y="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1736536" y="2435489"/>
              <a:ext cx="136500" cy="13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2282883" y="2435489"/>
              <a:ext cx="135300" cy="13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6"/>
            <p:cNvSpPr/>
            <p:nvPr/>
          </p:nvSpPr>
          <p:spPr>
            <a:xfrm>
              <a:off x="1863562" y="2774230"/>
              <a:ext cx="427517" cy="92881"/>
            </a:xfrm>
            <a:custGeom>
              <a:avLst/>
              <a:gdLst/>
              <a:ahLst/>
              <a:cxnLst/>
              <a:rect l="l" t="t" r="r" b="b"/>
              <a:pathLst>
                <a:path w="202" h="44" extrusionOk="0">
                  <a:moveTo>
                    <a:pt x="19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11"/>
                    <a:pt x="202" y="11"/>
                    <a:pt x="202" y="11"/>
                  </a:cubicBezTo>
                  <a:cubicBezTo>
                    <a:pt x="202" y="5"/>
                    <a:pt x="19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6"/>
            <p:cNvSpPr/>
            <p:nvPr/>
          </p:nvSpPr>
          <p:spPr>
            <a:xfrm>
              <a:off x="1492046" y="3100677"/>
              <a:ext cx="301857" cy="405670"/>
            </a:xfrm>
            <a:custGeom>
              <a:avLst/>
              <a:gdLst/>
              <a:ahLst/>
              <a:cxnLst/>
              <a:rect l="l" t="t" r="r" b="b"/>
              <a:pathLst>
                <a:path w="143" h="192" extrusionOk="0">
                  <a:moveTo>
                    <a:pt x="143" y="192"/>
                  </a:moveTo>
                  <a:cubicBezTo>
                    <a:pt x="50" y="159"/>
                    <a:pt x="50" y="159"/>
                    <a:pt x="50" y="159"/>
                  </a:cubicBezTo>
                  <a:cubicBezTo>
                    <a:pt x="20" y="149"/>
                    <a:pt x="0" y="120"/>
                    <a:pt x="0" y="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52" y="0"/>
                    <a:pt x="71" y="13"/>
                    <a:pt x="80" y="34"/>
                  </a:cubicBezTo>
                  <a:lnTo>
                    <a:pt x="143" y="1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6"/>
            <p:cNvSpPr/>
            <p:nvPr/>
          </p:nvSpPr>
          <p:spPr>
            <a:xfrm>
              <a:off x="2362103" y="3100677"/>
              <a:ext cx="301857" cy="405670"/>
            </a:xfrm>
            <a:custGeom>
              <a:avLst/>
              <a:gdLst/>
              <a:ahLst/>
              <a:cxnLst/>
              <a:rect l="l" t="t" r="r" b="b"/>
              <a:pathLst>
                <a:path w="143" h="192" extrusionOk="0">
                  <a:moveTo>
                    <a:pt x="143" y="0"/>
                  </a:moveTo>
                  <a:cubicBezTo>
                    <a:pt x="143" y="88"/>
                    <a:pt x="143" y="88"/>
                    <a:pt x="143" y="88"/>
                  </a:cubicBezTo>
                  <a:cubicBezTo>
                    <a:pt x="143" y="120"/>
                    <a:pt x="123" y="149"/>
                    <a:pt x="92" y="15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71" y="13"/>
                    <a:pt x="91" y="0"/>
                    <a:pt x="113" y="0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6"/>
            <p:cNvSpPr/>
            <p:nvPr/>
          </p:nvSpPr>
          <p:spPr>
            <a:xfrm>
              <a:off x="930673" y="3289170"/>
              <a:ext cx="613275" cy="962954"/>
            </a:xfrm>
            <a:custGeom>
              <a:avLst/>
              <a:gdLst/>
              <a:ahLst/>
              <a:cxnLst/>
              <a:rect l="l" t="t" r="r" b="b"/>
              <a:pathLst>
                <a:path w="290" h="455" extrusionOk="0">
                  <a:moveTo>
                    <a:pt x="169" y="0"/>
                  </a:moveTo>
                  <a:cubicBezTo>
                    <a:pt x="290" y="165"/>
                    <a:pt x="290" y="165"/>
                    <a:pt x="290" y="165"/>
                  </a:cubicBezTo>
                  <a:cubicBezTo>
                    <a:pt x="290" y="165"/>
                    <a:pt x="166" y="211"/>
                    <a:pt x="173" y="393"/>
                  </a:cubicBezTo>
                  <a:cubicBezTo>
                    <a:pt x="174" y="427"/>
                    <a:pt x="147" y="455"/>
                    <a:pt x="113" y="455"/>
                  </a:cubicBezTo>
                  <a:cubicBezTo>
                    <a:pt x="88" y="455"/>
                    <a:pt x="66" y="441"/>
                    <a:pt x="57" y="418"/>
                  </a:cubicBezTo>
                  <a:cubicBezTo>
                    <a:pt x="29" y="351"/>
                    <a:pt x="0" y="198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6"/>
            <p:cNvSpPr/>
            <p:nvPr/>
          </p:nvSpPr>
          <p:spPr>
            <a:xfrm>
              <a:off x="1149212" y="3289170"/>
              <a:ext cx="394736" cy="945197"/>
            </a:xfrm>
            <a:custGeom>
              <a:avLst/>
              <a:gdLst/>
              <a:ahLst/>
              <a:cxnLst/>
              <a:rect l="l" t="t" r="r" b="b"/>
              <a:pathLst>
                <a:path w="187" h="447" extrusionOk="0">
                  <a:moveTo>
                    <a:pt x="55" y="223"/>
                  </a:moveTo>
                  <a:cubicBezTo>
                    <a:pt x="35" y="274"/>
                    <a:pt x="0" y="387"/>
                    <a:pt x="41" y="447"/>
                  </a:cubicBezTo>
                  <a:cubicBezTo>
                    <a:pt x="59" y="436"/>
                    <a:pt x="71" y="415"/>
                    <a:pt x="70" y="393"/>
                  </a:cubicBezTo>
                  <a:cubicBezTo>
                    <a:pt x="63" y="211"/>
                    <a:pt x="187" y="165"/>
                    <a:pt x="187" y="165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0" y="123"/>
                    <a:pt x="49" y="180"/>
                  </a:cubicBezTo>
                  <a:cubicBezTo>
                    <a:pt x="58" y="193"/>
                    <a:pt x="60" y="209"/>
                    <a:pt x="55" y="2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6"/>
            <p:cNvSpPr/>
            <p:nvPr/>
          </p:nvSpPr>
          <p:spPr>
            <a:xfrm>
              <a:off x="1328141" y="3274145"/>
              <a:ext cx="307321" cy="277276"/>
            </a:xfrm>
            <a:custGeom>
              <a:avLst/>
              <a:gdLst/>
              <a:ahLst/>
              <a:cxnLst/>
              <a:rect l="l" t="t" r="r" b="b"/>
              <a:pathLst>
                <a:path w="225" h="203" extrusionOk="0">
                  <a:moveTo>
                    <a:pt x="58" y="203"/>
                  </a:moveTo>
                  <a:lnTo>
                    <a:pt x="0" y="127"/>
                  </a:lnTo>
                  <a:lnTo>
                    <a:pt x="168" y="0"/>
                  </a:lnTo>
                  <a:lnTo>
                    <a:pt x="225" y="76"/>
                  </a:lnTo>
                  <a:lnTo>
                    <a:pt x="58" y="2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6"/>
            <p:cNvSpPr/>
            <p:nvPr/>
          </p:nvSpPr>
          <p:spPr>
            <a:xfrm>
              <a:off x="1201115" y="3289170"/>
              <a:ext cx="342833" cy="416597"/>
            </a:xfrm>
            <a:custGeom>
              <a:avLst/>
              <a:gdLst/>
              <a:ahLst/>
              <a:cxnLst/>
              <a:rect l="l" t="t" r="r" b="b"/>
              <a:pathLst>
                <a:path w="162" h="197" extrusionOk="0">
                  <a:moveTo>
                    <a:pt x="41" y="0"/>
                  </a:moveTo>
                  <a:cubicBezTo>
                    <a:pt x="0" y="197"/>
                    <a:pt x="162" y="165"/>
                    <a:pt x="162" y="165"/>
                  </a:cubicBezTo>
                  <a:cubicBezTo>
                    <a:pt x="162" y="165"/>
                    <a:pt x="152" y="65"/>
                    <a:pt x="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6"/>
            <p:cNvSpPr/>
            <p:nvPr/>
          </p:nvSpPr>
          <p:spPr>
            <a:xfrm>
              <a:off x="2616155" y="3289170"/>
              <a:ext cx="610544" cy="962954"/>
            </a:xfrm>
            <a:custGeom>
              <a:avLst/>
              <a:gdLst/>
              <a:ahLst/>
              <a:cxnLst/>
              <a:rect l="l" t="t" r="r" b="b"/>
              <a:pathLst>
                <a:path w="289" h="455" extrusionOk="0">
                  <a:moveTo>
                    <a:pt x="121" y="0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0" y="165"/>
                    <a:pt x="123" y="211"/>
                    <a:pt x="116" y="393"/>
                  </a:cubicBezTo>
                  <a:cubicBezTo>
                    <a:pt x="115" y="427"/>
                    <a:pt x="142" y="455"/>
                    <a:pt x="177" y="455"/>
                  </a:cubicBezTo>
                  <a:cubicBezTo>
                    <a:pt x="201" y="455"/>
                    <a:pt x="223" y="441"/>
                    <a:pt x="233" y="418"/>
                  </a:cubicBezTo>
                  <a:cubicBezTo>
                    <a:pt x="260" y="351"/>
                    <a:pt x="289" y="198"/>
                    <a:pt x="1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6"/>
            <p:cNvSpPr/>
            <p:nvPr/>
          </p:nvSpPr>
          <p:spPr>
            <a:xfrm>
              <a:off x="2616155" y="3289170"/>
              <a:ext cx="394736" cy="945197"/>
            </a:xfrm>
            <a:custGeom>
              <a:avLst/>
              <a:gdLst/>
              <a:ahLst/>
              <a:cxnLst/>
              <a:rect l="l" t="t" r="r" b="b"/>
              <a:pathLst>
                <a:path w="187" h="447" extrusionOk="0">
                  <a:moveTo>
                    <a:pt x="132" y="223"/>
                  </a:moveTo>
                  <a:cubicBezTo>
                    <a:pt x="152" y="274"/>
                    <a:pt x="187" y="387"/>
                    <a:pt x="145" y="447"/>
                  </a:cubicBezTo>
                  <a:cubicBezTo>
                    <a:pt x="127" y="436"/>
                    <a:pt x="116" y="415"/>
                    <a:pt x="116" y="393"/>
                  </a:cubicBezTo>
                  <a:cubicBezTo>
                    <a:pt x="123" y="211"/>
                    <a:pt x="0" y="165"/>
                    <a:pt x="0" y="165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77" y="123"/>
                    <a:pt x="137" y="180"/>
                  </a:cubicBezTo>
                  <a:cubicBezTo>
                    <a:pt x="129" y="193"/>
                    <a:pt x="126" y="209"/>
                    <a:pt x="132" y="2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6"/>
            <p:cNvSpPr/>
            <p:nvPr/>
          </p:nvSpPr>
          <p:spPr>
            <a:xfrm>
              <a:off x="2521910" y="3274145"/>
              <a:ext cx="310052" cy="277276"/>
            </a:xfrm>
            <a:custGeom>
              <a:avLst/>
              <a:gdLst/>
              <a:ahLst/>
              <a:cxnLst/>
              <a:rect l="l" t="t" r="r" b="b"/>
              <a:pathLst>
                <a:path w="227" h="203" extrusionOk="0">
                  <a:moveTo>
                    <a:pt x="169" y="203"/>
                  </a:moveTo>
                  <a:lnTo>
                    <a:pt x="227" y="127"/>
                  </a:lnTo>
                  <a:lnTo>
                    <a:pt x="59" y="0"/>
                  </a:lnTo>
                  <a:lnTo>
                    <a:pt x="0" y="76"/>
                  </a:lnTo>
                  <a:lnTo>
                    <a:pt x="169" y="2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6"/>
            <p:cNvSpPr/>
            <p:nvPr/>
          </p:nvSpPr>
          <p:spPr>
            <a:xfrm>
              <a:off x="2616155" y="3289170"/>
              <a:ext cx="342833" cy="416597"/>
            </a:xfrm>
            <a:custGeom>
              <a:avLst/>
              <a:gdLst/>
              <a:ahLst/>
              <a:cxnLst/>
              <a:rect l="l" t="t" r="r" b="b"/>
              <a:pathLst>
                <a:path w="162" h="197" extrusionOk="0">
                  <a:moveTo>
                    <a:pt x="121" y="0"/>
                  </a:moveTo>
                  <a:cubicBezTo>
                    <a:pt x="162" y="197"/>
                    <a:pt x="0" y="165"/>
                    <a:pt x="0" y="165"/>
                  </a:cubicBezTo>
                  <a:cubicBezTo>
                    <a:pt x="0" y="165"/>
                    <a:pt x="10" y="65"/>
                    <a:pt x="1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36"/>
            <p:cNvSpPr/>
            <p:nvPr/>
          </p:nvSpPr>
          <p:spPr>
            <a:xfrm>
              <a:off x="1912733" y="2962722"/>
              <a:ext cx="319613" cy="505379"/>
            </a:xfrm>
            <a:custGeom>
              <a:avLst/>
              <a:gdLst/>
              <a:ahLst/>
              <a:cxnLst/>
              <a:rect l="l" t="t" r="r" b="b"/>
              <a:pathLst>
                <a:path w="151" h="239" extrusionOk="0">
                  <a:moveTo>
                    <a:pt x="75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205"/>
                    <a:pt x="34" y="239"/>
                    <a:pt x="75" y="239"/>
                  </a:cubicBezTo>
                  <a:cubicBezTo>
                    <a:pt x="117" y="239"/>
                    <a:pt x="151" y="205"/>
                    <a:pt x="151" y="163"/>
                  </a:cubicBezTo>
                  <a:cubicBezTo>
                    <a:pt x="151" y="76"/>
                    <a:pt x="151" y="76"/>
                    <a:pt x="151" y="76"/>
                  </a:cubicBezTo>
                  <a:cubicBezTo>
                    <a:pt x="151" y="34"/>
                    <a:pt x="117" y="0"/>
                    <a:pt x="75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6"/>
            <p:cNvSpPr/>
            <p:nvPr/>
          </p:nvSpPr>
          <p:spPr>
            <a:xfrm>
              <a:off x="1938684" y="2987308"/>
              <a:ext cx="267710" cy="453476"/>
            </a:xfrm>
            <a:custGeom>
              <a:avLst/>
              <a:gdLst/>
              <a:ahLst/>
              <a:cxnLst/>
              <a:rect l="l" t="t" r="r" b="b"/>
              <a:pathLst>
                <a:path w="127" h="214" extrusionOk="0">
                  <a:moveTo>
                    <a:pt x="63" y="214"/>
                  </a:moveTo>
                  <a:cubicBezTo>
                    <a:pt x="29" y="214"/>
                    <a:pt x="0" y="186"/>
                    <a:pt x="0" y="151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29"/>
                    <a:pt x="29" y="0"/>
                    <a:pt x="63" y="0"/>
                  </a:cubicBezTo>
                  <a:cubicBezTo>
                    <a:pt x="98" y="0"/>
                    <a:pt x="127" y="29"/>
                    <a:pt x="127" y="64"/>
                  </a:cubicBezTo>
                  <a:cubicBezTo>
                    <a:pt x="127" y="151"/>
                    <a:pt x="127" y="151"/>
                    <a:pt x="127" y="151"/>
                  </a:cubicBezTo>
                  <a:cubicBezTo>
                    <a:pt x="127" y="186"/>
                    <a:pt x="98" y="214"/>
                    <a:pt x="63" y="21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6"/>
            <p:cNvSpPr/>
            <p:nvPr/>
          </p:nvSpPr>
          <p:spPr>
            <a:xfrm>
              <a:off x="1736536" y="2066698"/>
              <a:ext cx="687032" cy="256787"/>
            </a:xfrm>
            <a:custGeom>
              <a:avLst/>
              <a:gdLst/>
              <a:ahLst/>
              <a:cxnLst/>
              <a:rect l="l" t="t" r="r" b="b"/>
              <a:pathLst>
                <a:path w="324" h="121" extrusionOk="0">
                  <a:moveTo>
                    <a:pt x="324" y="34"/>
                  </a:moveTo>
                  <a:cubicBezTo>
                    <a:pt x="324" y="121"/>
                    <a:pt x="324" y="121"/>
                    <a:pt x="324" y="121"/>
                  </a:cubicBezTo>
                  <a:cubicBezTo>
                    <a:pt x="284" y="93"/>
                    <a:pt x="226" y="75"/>
                    <a:pt x="161" y="75"/>
                  </a:cubicBezTo>
                  <a:cubicBezTo>
                    <a:pt x="97" y="75"/>
                    <a:pt x="39" y="93"/>
                    <a:pt x="0" y="12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5" y="12"/>
                    <a:pt x="101" y="0"/>
                    <a:pt x="161" y="0"/>
                  </a:cubicBezTo>
                  <a:cubicBezTo>
                    <a:pt x="222" y="0"/>
                    <a:pt x="278" y="13"/>
                    <a:pt x="324" y="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obotics Science Center by Slidesgo">
  <a:themeElements>
    <a:clrScheme name="Benutzerdefiniert 3">
      <a:dk1>
        <a:srgbClr val="181818"/>
      </a:dk1>
      <a:lt1>
        <a:srgbClr val="C9E6F8"/>
      </a:lt1>
      <a:dk2>
        <a:srgbClr val="316388"/>
      </a:dk2>
      <a:lt2>
        <a:srgbClr val="022D94"/>
      </a:lt2>
      <a:accent1>
        <a:srgbClr val="61DBF8"/>
      </a:accent1>
      <a:accent2>
        <a:srgbClr val="B8B8CC"/>
      </a:accent2>
      <a:accent3>
        <a:srgbClr val="D9D9E4"/>
      </a:accent3>
      <a:accent4>
        <a:srgbClr val="FFFFFF"/>
      </a:accent4>
      <a:accent5>
        <a:srgbClr val="FFFFFF"/>
      </a:accent5>
      <a:accent6>
        <a:srgbClr val="FFFFFF"/>
      </a:accent6>
      <a:hlink>
        <a:srgbClr val="103B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Bildschirmpräsentation (16:9)</PresentationFormat>
  <Paragraphs>37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3" baseType="lpstr">
      <vt:lpstr>Symbol</vt:lpstr>
      <vt:lpstr>Albert Sans</vt:lpstr>
      <vt:lpstr>Karla</vt:lpstr>
      <vt:lpstr>Calibri</vt:lpstr>
      <vt:lpstr>Arial</vt:lpstr>
      <vt:lpstr>Poppins ExtraBold</vt:lpstr>
      <vt:lpstr>Lato</vt:lpstr>
      <vt:lpstr>Robotics Science Center by Slidesgo</vt:lpstr>
      <vt:lpstr>Check 24 GenDev</vt:lpstr>
      <vt:lpstr>Problem &amp; SDUI Concept</vt:lpstr>
      <vt:lpstr>Architecture</vt:lpstr>
      <vt:lpstr>Key Technical Decisions</vt:lpstr>
      <vt:lpstr>—Florian Korn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Florian Korn</dc:creator>
  <cp:lastModifiedBy>Florian Korn</cp:lastModifiedBy>
  <cp:revision>13</cp:revision>
  <dcterms:modified xsi:type="dcterms:W3CDTF">2025-12-27T19:07:02Z</dcterms:modified>
</cp:coreProperties>
</file>