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C5DB5-359F-DFB5-A8C8-F98A8FFA9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532F11-87F7-9FD9-BB56-BA9BF8832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F80834-839D-EB24-F2AE-3F3E1B60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1F199-A4C6-BCAC-E81E-24CABBD5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065C-F0F3-312E-EE13-BC492BFE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3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446F4A-1FD7-A5A9-97F5-64649B2C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6A595D-B269-2896-4B88-F1F700C97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F3F834-4F79-0B4F-0904-8066F379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B66080-87C3-4BBB-CC2D-F108A65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FF6FD8-DB06-CBCF-A0AE-5182F3AC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89729-1944-E3FE-7E6D-1B1FE0CD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3DED8-E265-DFCF-76FB-9C30A5383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43C019-97BD-DC18-AFD9-AC96DBAC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4F799E-B189-7D2B-CBA1-9F80739F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8CFEE4-2293-618B-1B2A-D8DFC31B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8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87C22-C182-A99E-414F-9D2E3BA1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634016-602D-7154-103B-56171EAEE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7E7E78-6BAD-3F12-964A-2C0D42238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E4EF0E-F06B-F0E3-7960-07FF2A77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8B7126-3A2D-688C-1EF5-6000B9BE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39598E-E866-7F95-AB0A-38CBEA8B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9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25DE6-9F16-1E0D-7A26-AB4B75B1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2DF13D-77EA-F295-6903-10A030E56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360348-3BFA-AF95-07EA-FC8168B4D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775BB9-F261-300E-F225-D77A9D8BC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8EB6E3-B20F-61C7-A10B-4DFEAAD21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8F1B9F-CDF9-D178-C5A7-1DA34625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73193FC-6422-87B0-C106-80CCE236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92B53F-FFC1-ECA8-AEE9-6CF008E2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4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2913C-00E3-4411-17B3-8967D05E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F2F262-B2FF-61FC-8124-4B517A04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BC06A9-174C-2AD4-C74E-B739EBD2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AAC6D6-47E4-443F-D9D8-7619F69B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3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C846DE-B019-38EF-C2B2-A6913393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8FCAB6-42B2-D602-1954-E885644A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C57E63-F01C-7436-8214-155F392C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6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E8425-9BC9-EDC0-A636-1F9A38D1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91120B-3968-B78E-2C79-1DDD1B8A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804498-41AA-2FC0-728F-809FC551A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A33C00-546C-ACA7-1474-DC44E06C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DBD27F-1FF0-A77A-DCD5-942A6166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B82E21-21D8-7E45-8CC0-4A3E8D3B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4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66328-0719-934D-9091-68E82BF1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27704C2-DC3A-BB52-78BC-CB8F4D8CE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C95C71-5203-9EA2-B91D-96159C8EB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963F5E-F6EF-19AA-9726-4E4818A0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ABA4C9-72E8-1A96-DF34-2099115A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1F2330-0219-49C9-3529-3EE29714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3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997B6-FD05-5165-28D4-C2EE4C0D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63E6DB-642E-F088-4430-8A141D8E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F95AE4-A728-67BB-C516-915017E5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3FA752-1F6F-BDFF-B406-EB5B7EB4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47CDD-E0B3-9153-768B-663EF1F7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2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D04BF17-9639-76C0-0151-A87A5E6F3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0B5F2E-5D4D-79E9-F4A9-8BA3ACF5E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FF1F1-6F97-83FC-6AEE-BEE3FDF0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2CF890-C180-0CA1-B983-01D0660E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0A0F52-3FC5-53AB-5862-C9BC18D3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2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565790-4F9A-20C3-516B-E7716699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AEC334-D817-243D-4785-A635708C9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F5BABE-070B-5E48-5E36-5FA78B7A2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F0465-1906-4372-AA85-C0BF4EDB9B5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E9317A-CF34-5D4F-2B44-4ECD75580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D20759-035F-D822-0FEF-4DC59BE83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52443-119E-4E93-87F4-63AA56A74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1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F304DF0C-6977-AF5D-4CA8-7C27D267E353}"/>
              </a:ext>
            </a:extLst>
          </p:cNvPr>
          <p:cNvGrpSpPr/>
          <p:nvPr/>
        </p:nvGrpSpPr>
        <p:grpSpPr>
          <a:xfrm>
            <a:off x="320040" y="156487"/>
            <a:ext cx="7509693" cy="3855337"/>
            <a:chOff x="628650" y="156487"/>
            <a:chExt cx="7509693" cy="3855337"/>
          </a:xfrm>
        </p:grpSpPr>
        <p:pic>
          <p:nvPicPr>
            <p:cNvPr id="4" name="Grafik 3" descr="Datenbank mit einfarbiger Füllung">
              <a:extLst>
                <a:ext uri="{FF2B5EF4-FFF2-40B4-BE49-F238E27FC236}">
                  <a16:creationId xmlns:a16="http://schemas.microsoft.com/office/drawing/2014/main" id="{A8D642B1-84EF-9921-E74D-2E0238296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4455" y="1894506"/>
              <a:ext cx="720000" cy="720000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6B79F2E-B3B2-45C7-DABE-F2037AE5B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5656" y="1894506"/>
              <a:ext cx="327801" cy="33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020AE0E-5961-97BB-B21E-51BBA7DACC70}"/>
                </a:ext>
              </a:extLst>
            </p:cNvPr>
            <p:cNvSpPr txBox="1"/>
            <p:nvPr/>
          </p:nvSpPr>
          <p:spPr>
            <a:xfrm>
              <a:off x="628650" y="2534496"/>
              <a:ext cx="145161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PostgreSQL</a:t>
              </a:r>
            </a:p>
            <a:p>
              <a:pPr algn="ctr"/>
              <a:endParaRPr lang="en-US" dirty="0"/>
            </a:p>
            <a:p>
              <a:pPr algn="ctr"/>
              <a:r>
                <a:rPr lang="en-US" b="1" dirty="0"/>
                <a:t>Product DB</a:t>
              </a:r>
            </a:p>
            <a:p>
              <a:pPr algn="ctr"/>
              <a:endParaRPr lang="en-US" dirty="0"/>
            </a:p>
            <a:p>
              <a:pPr algn="ctr"/>
              <a:r>
                <a:rPr lang="en-US" i="1" dirty="0"/>
                <a:t>Data Layer</a:t>
              </a:r>
            </a:p>
          </p:txBody>
        </p:sp>
        <p:pic>
          <p:nvPicPr>
            <p:cNvPr id="11" name="Grafik 10" descr="Server mit einfarbiger Füllung">
              <a:extLst>
                <a:ext uri="{FF2B5EF4-FFF2-40B4-BE49-F238E27FC236}">
                  <a16:creationId xmlns:a16="http://schemas.microsoft.com/office/drawing/2014/main" id="{6C9FE402-84DC-5D5E-3D25-A9AD3ADB4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71544" y="1894506"/>
              <a:ext cx="720000" cy="720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EF7E4D9-ABC4-7448-2B68-3ED0EFCAAF98}"/>
                </a:ext>
              </a:extLst>
            </p:cNvPr>
            <p:cNvSpPr txBox="1"/>
            <p:nvPr/>
          </p:nvSpPr>
          <p:spPr>
            <a:xfrm>
              <a:off x="2142598" y="2534496"/>
              <a:ext cx="17778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FastAPI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b="1" dirty="0"/>
                <a:t>Product</a:t>
              </a:r>
            </a:p>
          </p:txBody>
        </p:sp>
        <p:pic>
          <p:nvPicPr>
            <p:cNvPr id="7" name="Picture 8" descr="Hands-on FastAPI Tutorials">
              <a:extLst>
                <a:ext uri="{FF2B5EF4-FFF2-40B4-BE49-F238E27FC236}">
                  <a16:creationId xmlns:a16="http://schemas.microsoft.com/office/drawing/2014/main" id="{56F86A49-5249-1389-2270-97484BAC42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4133" y="1825688"/>
              <a:ext cx="581858" cy="406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8B543B4-28FC-2109-41D8-FDE8D36A4D2C}"/>
                </a:ext>
              </a:extLst>
            </p:cNvPr>
            <p:cNvSpPr txBox="1"/>
            <p:nvPr/>
          </p:nvSpPr>
          <p:spPr>
            <a:xfrm>
              <a:off x="2671544" y="3642492"/>
              <a:ext cx="22915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/>
                <a:t>Service Layer</a:t>
              </a:r>
            </a:p>
          </p:txBody>
        </p:sp>
        <p:pic>
          <p:nvPicPr>
            <p:cNvPr id="15" name="Grafik 14" descr="Server mit einfarbiger Füllung">
              <a:extLst>
                <a:ext uri="{FF2B5EF4-FFF2-40B4-BE49-F238E27FC236}">
                  <a16:creationId xmlns:a16="http://schemas.microsoft.com/office/drawing/2014/main" id="{BEB4FDC7-8842-84B6-2296-1894D0D50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43079" y="1894506"/>
              <a:ext cx="720000" cy="720000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CAF46C3D-FA7F-1945-BF9B-C6F6A266EA3A}"/>
                </a:ext>
              </a:extLst>
            </p:cNvPr>
            <p:cNvSpPr txBox="1"/>
            <p:nvPr/>
          </p:nvSpPr>
          <p:spPr>
            <a:xfrm>
              <a:off x="3714133" y="2534496"/>
              <a:ext cx="17778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FastAPI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b="1" dirty="0"/>
                <a:t>Core</a:t>
              </a:r>
            </a:p>
          </p:txBody>
        </p:sp>
        <p:pic>
          <p:nvPicPr>
            <p:cNvPr id="17" name="Picture 8" descr="Hands-on FastAPI Tutorials">
              <a:extLst>
                <a:ext uri="{FF2B5EF4-FFF2-40B4-BE49-F238E27FC236}">
                  <a16:creationId xmlns:a16="http://schemas.microsoft.com/office/drawing/2014/main" id="{A2225FAB-F05D-CC9D-DB07-76D07D24F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5668" y="1825688"/>
              <a:ext cx="581858" cy="406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Grafik 18" descr="Monitor mit einfarbiger Füllung">
              <a:extLst>
                <a:ext uri="{FF2B5EF4-FFF2-40B4-BE49-F238E27FC236}">
                  <a16:creationId xmlns:a16="http://schemas.microsoft.com/office/drawing/2014/main" id="{906C8C0F-25B1-6D5B-DFAC-BC83DDEA4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14614" y="1894506"/>
              <a:ext cx="720000" cy="720000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EED11E8-3A32-753B-477F-3E157E73C4F3}"/>
                </a:ext>
              </a:extLst>
            </p:cNvPr>
            <p:cNvSpPr txBox="1"/>
            <p:nvPr/>
          </p:nvSpPr>
          <p:spPr>
            <a:xfrm>
              <a:off x="5285668" y="2534496"/>
              <a:ext cx="17778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React / Kotlin</a:t>
              </a:r>
            </a:p>
            <a:p>
              <a:pPr algn="ctr"/>
              <a:endParaRPr lang="en-US" dirty="0"/>
            </a:p>
            <a:p>
              <a:pPr algn="ctr"/>
              <a:r>
                <a:rPr lang="en-US" b="1" dirty="0" err="1"/>
                <a:t>WebClient</a:t>
              </a:r>
              <a:r>
                <a:rPr lang="en-US" b="1" dirty="0"/>
                <a:t> / App</a:t>
              </a:r>
            </a:p>
            <a:p>
              <a:pPr algn="ctr"/>
              <a:r>
                <a:rPr lang="en-US" i="1" dirty="0"/>
                <a:t>Client Layer</a:t>
              </a:r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F9ED4625-AD82-B618-CCA2-2222B764185A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1733457" y="2254506"/>
              <a:ext cx="93808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0A95E3BF-3709-67D3-57F2-A7C1D7C8B91A}"/>
                </a:ext>
              </a:extLst>
            </p:cNvPr>
            <p:cNvCxnSpPr/>
            <p:nvPr/>
          </p:nvCxnSpPr>
          <p:spPr>
            <a:xfrm flipH="1">
              <a:off x="3348267" y="2254506"/>
              <a:ext cx="93808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35DECFF8-B898-DA70-4B25-FC0343FE8A38}"/>
                </a:ext>
              </a:extLst>
            </p:cNvPr>
            <p:cNvCxnSpPr/>
            <p:nvPr/>
          </p:nvCxnSpPr>
          <p:spPr>
            <a:xfrm flipH="1">
              <a:off x="4876527" y="2238252"/>
              <a:ext cx="93808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7" name="Grafik 25" descr="Datenbank mit einfarbiger Füllung">
              <a:extLst>
                <a:ext uri="{FF2B5EF4-FFF2-40B4-BE49-F238E27FC236}">
                  <a16:creationId xmlns:a16="http://schemas.microsoft.com/office/drawing/2014/main" id="{86F42FC8-DBB7-F026-5751-FF65A3A2028E}"/>
                </a:ext>
              </a:extLst>
            </p:cNvPr>
            <p:cNvGrpSpPr/>
            <p:nvPr/>
          </p:nvGrpSpPr>
          <p:grpSpPr>
            <a:xfrm>
              <a:off x="4399377" y="714358"/>
              <a:ext cx="420000" cy="420000"/>
              <a:chOff x="4775570" y="797173"/>
              <a:chExt cx="420000" cy="420000"/>
            </a:xfrm>
            <a:solidFill>
              <a:srgbClr val="000000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589B84E-0CA1-0309-5D4A-A19A4BEFA093}"/>
                  </a:ext>
                </a:extLst>
              </p:cNvPr>
              <p:cNvSpPr/>
              <p:nvPr/>
            </p:nvSpPr>
            <p:spPr>
              <a:xfrm>
                <a:off x="4775570" y="797173"/>
                <a:ext cx="420000" cy="120000"/>
              </a:xfrm>
              <a:custGeom>
                <a:avLst/>
                <a:gdLst>
                  <a:gd name="connsiteX0" fmla="*/ 420000 w 420000"/>
                  <a:gd name="connsiteY0" fmla="*/ 60000 h 120000"/>
                  <a:gd name="connsiteX1" fmla="*/ 210000 w 420000"/>
                  <a:gd name="connsiteY1" fmla="*/ 120000 h 120000"/>
                  <a:gd name="connsiteX2" fmla="*/ 0 w 420000"/>
                  <a:gd name="connsiteY2" fmla="*/ 60000 h 120000"/>
                  <a:gd name="connsiteX3" fmla="*/ 210000 w 420000"/>
                  <a:gd name="connsiteY3" fmla="*/ 0 h 120000"/>
                  <a:gd name="connsiteX4" fmla="*/ 420000 w 420000"/>
                  <a:gd name="connsiteY4" fmla="*/ 60000 h 1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0000" h="120000">
                    <a:moveTo>
                      <a:pt x="420000" y="60000"/>
                    </a:moveTo>
                    <a:cubicBezTo>
                      <a:pt x="420000" y="93137"/>
                      <a:pt x="325980" y="120000"/>
                      <a:pt x="210000" y="120000"/>
                    </a:cubicBezTo>
                    <a:cubicBezTo>
                      <a:pt x="94020" y="120000"/>
                      <a:pt x="0" y="93137"/>
                      <a:pt x="0" y="60000"/>
                    </a:cubicBezTo>
                    <a:cubicBezTo>
                      <a:pt x="0" y="26863"/>
                      <a:pt x="94020" y="0"/>
                      <a:pt x="210000" y="0"/>
                    </a:cubicBezTo>
                    <a:cubicBezTo>
                      <a:pt x="325980" y="0"/>
                      <a:pt x="420000" y="26863"/>
                      <a:pt x="420000" y="600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5B9E23F4-AC54-3537-DC98-E7FFB636EDC4}"/>
                  </a:ext>
                </a:extLst>
              </p:cNvPr>
              <p:cNvSpPr/>
              <p:nvPr/>
            </p:nvSpPr>
            <p:spPr>
              <a:xfrm>
                <a:off x="4775570" y="887173"/>
                <a:ext cx="420000" cy="180000"/>
              </a:xfrm>
              <a:custGeom>
                <a:avLst/>
                <a:gdLst>
                  <a:gd name="connsiteX0" fmla="*/ 360000 w 420000"/>
                  <a:gd name="connsiteY0" fmla="*/ 120000 h 180000"/>
                  <a:gd name="connsiteX1" fmla="*/ 345000 w 420000"/>
                  <a:gd name="connsiteY1" fmla="*/ 105000 h 180000"/>
                  <a:gd name="connsiteX2" fmla="*/ 360000 w 420000"/>
                  <a:gd name="connsiteY2" fmla="*/ 90000 h 180000"/>
                  <a:gd name="connsiteX3" fmla="*/ 375000 w 420000"/>
                  <a:gd name="connsiteY3" fmla="*/ 105000 h 180000"/>
                  <a:gd name="connsiteX4" fmla="*/ 360000 w 420000"/>
                  <a:gd name="connsiteY4" fmla="*/ 120000 h 180000"/>
                  <a:gd name="connsiteX5" fmla="*/ 210000 w 420000"/>
                  <a:gd name="connsiteY5" fmla="*/ 60000 h 180000"/>
                  <a:gd name="connsiteX6" fmla="*/ 0 w 420000"/>
                  <a:gd name="connsiteY6" fmla="*/ 0 h 180000"/>
                  <a:gd name="connsiteX7" fmla="*/ 0 w 420000"/>
                  <a:gd name="connsiteY7" fmla="*/ 120000 h 180000"/>
                  <a:gd name="connsiteX8" fmla="*/ 210000 w 420000"/>
                  <a:gd name="connsiteY8" fmla="*/ 180000 h 180000"/>
                  <a:gd name="connsiteX9" fmla="*/ 420000 w 420000"/>
                  <a:gd name="connsiteY9" fmla="*/ 120000 h 180000"/>
                  <a:gd name="connsiteX10" fmla="*/ 420000 w 420000"/>
                  <a:gd name="connsiteY10" fmla="*/ 0 h 180000"/>
                  <a:gd name="connsiteX11" fmla="*/ 210000 w 420000"/>
                  <a:gd name="connsiteY11" fmla="*/ 60000 h 1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0000" h="180000">
                    <a:moveTo>
                      <a:pt x="360000" y="120000"/>
                    </a:moveTo>
                    <a:cubicBezTo>
                      <a:pt x="351000" y="120000"/>
                      <a:pt x="345000" y="114000"/>
                      <a:pt x="345000" y="105000"/>
                    </a:cubicBezTo>
                    <a:cubicBezTo>
                      <a:pt x="345000" y="96000"/>
                      <a:pt x="351000" y="90000"/>
                      <a:pt x="360000" y="90000"/>
                    </a:cubicBezTo>
                    <a:cubicBezTo>
                      <a:pt x="369000" y="90000"/>
                      <a:pt x="375000" y="96000"/>
                      <a:pt x="375000" y="105000"/>
                    </a:cubicBezTo>
                    <a:cubicBezTo>
                      <a:pt x="375000" y="114000"/>
                      <a:pt x="369000" y="120000"/>
                      <a:pt x="360000" y="120000"/>
                    </a:cubicBezTo>
                    <a:close/>
                    <a:moveTo>
                      <a:pt x="210000" y="60000"/>
                    </a:moveTo>
                    <a:cubicBezTo>
                      <a:pt x="94500" y="60000"/>
                      <a:pt x="0" y="33000"/>
                      <a:pt x="0" y="0"/>
                    </a:cubicBezTo>
                    <a:lnTo>
                      <a:pt x="0" y="120000"/>
                    </a:lnTo>
                    <a:cubicBezTo>
                      <a:pt x="0" y="153000"/>
                      <a:pt x="94500" y="180000"/>
                      <a:pt x="210000" y="180000"/>
                    </a:cubicBezTo>
                    <a:cubicBezTo>
                      <a:pt x="325500" y="180000"/>
                      <a:pt x="420000" y="153000"/>
                      <a:pt x="420000" y="120000"/>
                    </a:cubicBezTo>
                    <a:lnTo>
                      <a:pt x="420000" y="0"/>
                    </a:lnTo>
                    <a:cubicBezTo>
                      <a:pt x="420000" y="33000"/>
                      <a:pt x="325500" y="60000"/>
                      <a:pt x="210000" y="600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6F68EE84-B55B-0465-6012-9280718A5B7C}"/>
                  </a:ext>
                </a:extLst>
              </p:cNvPr>
              <p:cNvSpPr/>
              <p:nvPr/>
            </p:nvSpPr>
            <p:spPr>
              <a:xfrm>
                <a:off x="4775570" y="1037173"/>
                <a:ext cx="420000" cy="180000"/>
              </a:xfrm>
              <a:custGeom>
                <a:avLst/>
                <a:gdLst>
                  <a:gd name="connsiteX0" fmla="*/ 360000 w 420000"/>
                  <a:gd name="connsiteY0" fmla="*/ 120000 h 180000"/>
                  <a:gd name="connsiteX1" fmla="*/ 345000 w 420000"/>
                  <a:gd name="connsiteY1" fmla="*/ 105000 h 180000"/>
                  <a:gd name="connsiteX2" fmla="*/ 360000 w 420000"/>
                  <a:gd name="connsiteY2" fmla="*/ 90000 h 180000"/>
                  <a:gd name="connsiteX3" fmla="*/ 375000 w 420000"/>
                  <a:gd name="connsiteY3" fmla="*/ 105000 h 180000"/>
                  <a:gd name="connsiteX4" fmla="*/ 360000 w 420000"/>
                  <a:gd name="connsiteY4" fmla="*/ 120000 h 180000"/>
                  <a:gd name="connsiteX5" fmla="*/ 210000 w 420000"/>
                  <a:gd name="connsiteY5" fmla="*/ 60000 h 180000"/>
                  <a:gd name="connsiteX6" fmla="*/ 0 w 420000"/>
                  <a:gd name="connsiteY6" fmla="*/ 0 h 180000"/>
                  <a:gd name="connsiteX7" fmla="*/ 0 w 420000"/>
                  <a:gd name="connsiteY7" fmla="*/ 120000 h 180000"/>
                  <a:gd name="connsiteX8" fmla="*/ 210000 w 420000"/>
                  <a:gd name="connsiteY8" fmla="*/ 180000 h 180000"/>
                  <a:gd name="connsiteX9" fmla="*/ 420000 w 420000"/>
                  <a:gd name="connsiteY9" fmla="*/ 120000 h 180000"/>
                  <a:gd name="connsiteX10" fmla="*/ 420000 w 420000"/>
                  <a:gd name="connsiteY10" fmla="*/ 0 h 180000"/>
                  <a:gd name="connsiteX11" fmla="*/ 210000 w 420000"/>
                  <a:gd name="connsiteY11" fmla="*/ 60000 h 1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0000" h="180000">
                    <a:moveTo>
                      <a:pt x="360000" y="120000"/>
                    </a:moveTo>
                    <a:cubicBezTo>
                      <a:pt x="351000" y="120000"/>
                      <a:pt x="345000" y="114000"/>
                      <a:pt x="345000" y="105000"/>
                    </a:cubicBezTo>
                    <a:cubicBezTo>
                      <a:pt x="345000" y="96000"/>
                      <a:pt x="351000" y="90000"/>
                      <a:pt x="360000" y="90000"/>
                    </a:cubicBezTo>
                    <a:cubicBezTo>
                      <a:pt x="369000" y="90000"/>
                      <a:pt x="375000" y="96000"/>
                      <a:pt x="375000" y="105000"/>
                    </a:cubicBezTo>
                    <a:cubicBezTo>
                      <a:pt x="375000" y="114000"/>
                      <a:pt x="369000" y="120000"/>
                      <a:pt x="360000" y="120000"/>
                    </a:cubicBezTo>
                    <a:close/>
                    <a:moveTo>
                      <a:pt x="210000" y="60000"/>
                    </a:moveTo>
                    <a:cubicBezTo>
                      <a:pt x="94500" y="60000"/>
                      <a:pt x="0" y="33000"/>
                      <a:pt x="0" y="0"/>
                    </a:cubicBezTo>
                    <a:lnTo>
                      <a:pt x="0" y="120000"/>
                    </a:lnTo>
                    <a:cubicBezTo>
                      <a:pt x="0" y="153000"/>
                      <a:pt x="94500" y="180000"/>
                      <a:pt x="210000" y="180000"/>
                    </a:cubicBezTo>
                    <a:cubicBezTo>
                      <a:pt x="325500" y="180000"/>
                      <a:pt x="420000" y="153000"/>
                      <a:pt x="420000" y="120000"/>
                    </a:cubicBezTo>
                    <a:lnTo>
                      <a:pt x="420000" y="0"/>
                    </a:lnTo>
                    <a:cubicBezTo>
                      <a:pt x="420000" y="33000"/>
                      <a:pt x="325500" y="60000"/>
                      <a:pt x="210000" y="600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E41EF73C-34E8-EBFC-5374-7F4FEC419CC6}"/>
                </a:ext>
              </a:extLst>
            </p:cNvPr>
            <p:cNvSpPr txBox="1"/>
            <p:nvPr/>
          </p:nvSpPr>
          <p:spPr>
            <a:xfrm>
              <a:off x="2629895" y="481010"/>
              <a:ext cx="17778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Redis</a:t>
              </a:r>
            </a:p>
            <a:p>
              <a:pPr algn="ctr"/>
              <a:endParaRPr lang="en-US" i="1" dirty="0"/>
            </a:p>
            <a:p>
              <a:pPr algn="ctr"/>
              <a:r>
                <a:rPr lang="en-US" i="1" dirty="0"/>
                <a:t>Cache Layer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F49E5494-A58F-9A46-4DA8-D0D8AFD15AED}"/>
                </a:ext>
              </a:extLst>
            </p:cNvPr>
            <p:cNvSpPr txBox="1"/>
            <p:nvPr/>
          </p:nvSpPr>
          <p:spPr>
            <a:xfrm>
              <a:off x="6211336" y="448271"/>
              <a:ext cx="17778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Kafka</a:t>
              </a:r>
            </a:p>
            <a:p>
              <a:pPr algn="ctr"/>
              <a:endParaRPr lang="en-US" i="1" dirty="0"/>
            </a:p>
            <a:p>
              <a:pPr algn="ctr"/>
              <a:r>
                <a:rPr lang="en-US" i="1" dirty="0"/>
                <a:t>Event Layer</a:t>
              </a:r>
            </a:p>
          </p:txBody>
        </p:sp>
        <p:pic>
          <p:nvPicPr>
            <p:cNvPr id="39" name="Grafik 38" descr="Flip-Kalender mit einfarbiger Füllung">
              <a:extLst>
                <a:ext uri="{FF2B5EF4-FFF2-40B4-BE49-F238E27FC236}">
                  <a16:creationId xmlns:a16="http://schemas.microsoft.com/office/drawing/2014/main" id="{6D20F58F-88EC-519E-31CE-4B99B2B6C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14614" y="572450"/>
              <a:ext cx="720000" cy="720000"/>
            </a:xfrm>
            <a:prstGeom prst="rect">
              <a:avLst/>
            </a:prstGeom>
          </p:spPr>
        </p:pic>
        <p:pic>
          <p:nvPicPr>
            <p:cNvPr id="40" name="Picture 22">
              <a:extLst>
                <a:ext uri="{FF2B5EF4-FFF2-40B4-BE49-F238E27FC236}">
                  <a16:creationId xmlns:a16="http://schemas.microsoft.com/office/drawing/2014/main" id="{4AB1CE19-199F-28E0-2FFB-2AF9CA4381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517"/>
            <a:stretch>
              <a:fillRect/>
            </a:stretch>
          </p:blipFill>
          <p:spPr bwMode="auto">
            <a:xfrm>
              <a:off x="4620293" y="562456"/>
              <a:ext cx="462332" cy="380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6">
              <a:extLst>
                <a:ext uri="{FF2B5EF4-FFF2-40B4-BE49-F238E27FC236}">
                  <a16:creationId xmlns:a16="http://schemas.microsoft.com/office/drawing/2014/main" id="{435B3530-131D-9812-42D5-767FC79E87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9452" y="521900"/>
              <a:ext cx="152845" cy="248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React original wordmark logo - Free Icon PNG, SVG">
              <a:extLst>
                <a:ext uri="{FF2B5EF4-FFF2-40B4-BE49-F238E27FC236}">
                  <a16:creationId xmlns:a16="http://schemas.microsoft.com/office/drawing/2014/main" id="{C2E1D3BD-294A-124E-7C67-8481C04130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8614" y="2088501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8" descr="Android PNG Transparent Background, Free Download #3062 - FreeIconsPNG">
              <a:extLst>
                <a:ext uri="{FF2B5EF4-FFF2-40B4-BE49-F238E27FC236}">
                  <a16:creationId xmlns:a16="http://schemas.microsoft.com/office/drawing/2014/main" id="{B34F5B3B-E688-F1ED-667B-E9867B477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4614" y="1998563"/>
              <a:ext cx="325552" cy="325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9DEDE4E1-ED70-1144-0BE6-5987D3F72E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03079" y="1241486"/>
              <a:ext cx="0" cy="612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6F103CC1-0500-BE60-CAEA-746BB2A3AD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4614" y="1241486"/>
              <a:ext cx="0" cy="612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44179D16-998E-FAC7-5653-1F6A3B35AB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9071" y="941335"/>
              <a:ext cx="8155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BAA6D186-0D3B-E317-E728-3B6F526C79F2}"/>
                </a:ext>
              </a:extLst>
            </p:cNvPr>
            <p:cNvSpPr/>
            <p:nvPr/>
          </p:nvSpPr>
          <p:spPr>
            <a:xfrm>
              <a:off x="628650" y="1680210"/>
              <a:ext cx="1508080" cy="23316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00F4B5E4-F8DA-7E7B-A040-59808A254815}"/>
                </a:ext>
              </a:extLst>
            </p:cNvPr>
            <p:cNvSpPr/>
            <p:nvPr/>
          </p:nvSpPr>
          <p:spPr>
            <a:xfrm>
              <a:off x="2430770" y="1680210"/>
              <a:ext cx="2798423" cy="23316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BE8BD8EB-EB58-D9DF-EA3B-55564974CB0F}"/>
                </a:ext>
              </a:extLst>
            </p:cNvPr>
            <p:cNvSpPr/>
            <p:nvPr/>
          </p:nvSpPr>
          <p:spPr>
            <a:xfrm>
              <a:off x="5394293" y="1680210"/>
              <a:ext cx="1508080" cy="23316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90768DDB-CDF0-2B1E-8449-E67D3284101C}"/>
                </a:ext>
              </a:extLst>
            </p:cNvPr>
            <p:cNvSpPr/>
            <p:nvPr/>
          </p:nvSpPr>
          <p:spPr>
            <a:xfrm>
              <a:off x="2758892" y="381679"/>
              <a:ext cx="2464437" cy="10185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5920D2-004C-E7B2-1FE4-BBEB4C3763CC}"/>
                </a:ext>
              </a:extLst>
            </p:cNvPr>
            <p:cNvSpPr/>
            <p:nvPr/>
          </p:nvSpPr>
          <p:spPr>
            <a:xfrm>
              <a:off x="5395411" y="381679"/>
              <a:ext cx="2464435" cy="10022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8F9690F9-C2A5-5516-DB3B-19E5CE99F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77931" y="1457809"/>
              <a:ext cx="534134" cy="404025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94B7B83B-9721-40E6-9785-8D2A57AFC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950927" y="1457809"/>
              <a:ext cx="534134" cy="404025"/>
            </a:xfrm>
            <a:prstGeom prst="rect">
              <a:avLst/>
            </a:prstGeom>
          </p:spPr>
        </p:pic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6EBDE7D4-182C-2921-B450-24D08031B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963907" y="156487"/>
              <a:ext cx="534134" cy="404025"/>
            </a:xfrm>
            <a:prstGeom prst="rect">
              <a:avLst/>
            </a:prstGeom>
          </p:spPr>
        </p:pic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5B563B16-DE9B-5F54-5F19-6A1B457FE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604209" y="156487"/>
              <a:ext cx="534134" cy="404025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A7926D1-5C77-7A76-DB1A-8E9889BCB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214" y="454789"/>
              <a:ext cx="781279" cy="759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28" name="Tabelle 1027">
            <a:extLst>
              <a:ext uri="{FF2B5EF4-FFF2-40B4-BE49-F238E27FC236}">
                <a16:creationId xmlns:a16="http://schemas.microsoft.com/office/drawing/2014/main" id="{3C7F05DD-D013-FEDB-A858-C1EBB0150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42359"/>
              </p:ext>
            </p:extLst>
          </p:nvPr>
        </p:nvGraphicFramePr>
        <p:xfrm>
          <a:off x="8144055" y="358499"/>
          <a:ext cx="17778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2">
                  <a:extLst>
                    <a:ext uri="{9D8B030D-6E8A-4147-A177-3AD203B41FA5}">
                      <a16:colId xmlns:a16="http://schemas.microsoft.com/office/drawing/2014/main" val="2099496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9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37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63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31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88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Component_ID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58347"/>
                  </a:ext>
                </a:extLst>
              </a:tr>
            </a:tbl>
          </a:graphicData>
        </a:graphic>
      </p:graphicFrame>
      <p:graphicFrame>
        <p:nvGraphicFramePr>
          <p:cNvPr id="1029" name="Tabelle 1028">
            <a:extLst>
              <a:ext uri="{FF2B5EF4-FFF2-40B4-BE49-F238E27FC236}">
                <a16:creationId xmlns:a16="http://schemas.microsoft.com/office/drawing/2014/main" id="{76EAAAE8-F093-CC6F-BECE-6BC7A1B33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483210"/>
              </p:ext>
            </p:extLst>
          </p:nvPr>
        </p:nvGraphicFramePr>
        <p:xfrm>
          <a:off x="10322558" y="2846017"/>
          <a:ext cx="1549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99496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9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37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63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31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53450"/>
                  </a:ext>
                </a:extLst>
              </a:tr>
            </a:tbl>
          </a:graphicData>
        </a:graphic>
      </p:graphicFrame>
      <p:graphicFrame>
        <p:nvGraphicFramePr>
          <p:cNvPr id="1030" name="Tabelle 1029">
            <a:extLst>
              <a:ext uri="{FF2B5EF4-FFF2-40B4-BE49-F238E27FC236}">
                <a16:creationId xmlns:a16="http://schemas.microsoft.com/office/drawing/2014/main" id="{F3FA54D3-B609-40F6-134B-AC239B734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25996"/>
              </p:ext>
            </p:extLst>
          </p:nvPr>
        </p:nvGraphicFramePr>
        <p:xfrm>
          <a:off x="8121195" y="2846017"/>
          <a:ext cx="1549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99496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9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37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63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74869"/>
                  </a:ext>
                </a:extLst>
              </a:tr>
            </a:tbl>
          </a:graphicData>
        </a:graphic>
      </p:graphicFrame>
      <p:sp>
        <p:nvSpPr>
          <p:cNvPr id="1036" name="Rechteck 1035">
            <a:extLst>
              <a:ext uri="{FF2B5EF4-FFF2-40B4-BE49-F238E27FC236}">
                <a16:creationId xmlns:a16="http://schemas.microsoft.com/office/drawing/2014/main" id="{6E7FCAC9-3818-54F6-0850-D74FEB406887}"/>
              </a:ext>
            </a:extLst>
          </p:cNvPr>
          <p:cNvSpPr/>
          <p:nvPr/>
        </p:nvSpPr>
        <p:spPr>
          <a:xfrm>
            <a:off x="9602679" y="3356291"/>
            <a:ext cx="135831" cy="101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1" name="Verbinder: gewinkelt 1050">
            <a:extLst>
              <a:ext uri="{FF2B5EF4-FFF2-40B4-BE49-F238E27FC236}">
                <a16:creationId xmlns:a16="http://schemas.microsoft.com/office/drawing/2014/main" id="{0DB19AB4-60F4-F8AD-3088-D0E64E848C66}"/>
              </a:ext>
            </a:extLst>
          </p:cNvPr>
          <p:cNvCxnSpPr>
            <a:cxnSpLocks/>
            <a:stCxn id="1036" idx="3"/>
            <a:endCxn id="1064" idx="3"/>
          </p:cNvCxnSpPr>
          <p:nvPr/>
        </p:nvCxnSpPr>
        <p:spPr>
          <a:xfrm flipV="1">
            <a:off x="9738510" y="2391269"/>
            <a:ext cx="231027" cy="1015790"/>
          </a:xfrm>
          <a:prstGeom prst="bentConnector3">
            <a:avLst>
              <a:gd name="adj1" fmla="val 13957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4" name="Rechteck 1063">
            <a:extLst>
              <a:ext uri="{FF2B5EF4-FFF2-40B4-BE49-F238E27FC236}">
                <a16:creationId xmlns:a16="http://schemas.microsoft.com/office/drawing/2014/main" id="{4FE00F16-D9B2-2645-030C-FB62222EAA61}"/>
              </a:ext>
            </a:extLst>
          </p:cNvPr>
          <p:cNvSpPr/>
          <p:nvPr/>
        </p:nvSpPr>
        <p:spPr>
          <a:xfrm>
            <a:off x="9833706" y="2340501"/>
            <a:ext cx="135831" cy="101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0CB3A0FE-8363-972D-B6FB-8ED928BA2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33602"/>
              </p:ext>
            </p:extLst>
          </p:nvPr>
        </p:nvGraphicFramePr>
        <p:xfrm>
          <a:off x="10093398" y="365350"/>
          <a:ext cx="179450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506">
                  <a:extLst>
                    <a:ext uri="{9D8B030D-6E8A-4147-A177-3AD203B41FA5}">
                      <a16:colId xmlns:a16="http://schemas.microsoft.com/office/drawing/2014/main" val="2099496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9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37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Component_ID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63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7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318361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62BAABF9-B719-B50D-285C-D5C597062D79}"/>
              </a:ext>
            </a:extLst>
          </p:cNvPr>
          <p:cNvSpPr/>
          <p:nvPr/>
        </p:nvSpPr>
        <p:spPr>
          <a:xfrm>
            <a:off x="11804044" y="4091834"/>
            <a:ext cx="135831" cy="101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EAE1387-7E6E-F3F3-3DD8-206B1CBD01C8}"/>
              </a:ext>
            </a:extLst>
          </p:cNvPr>
          <p:cNvSpPr/>
          <p:nvPr/>
        </p:nvSpPr>
        <p:spPr>
          <a:xfrm>
            <a:off x="11804043" y="1629442"/>
            <a:ext cx="135831" cy="101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72BE1E70-4842-5606-74DE-1CC0F7FD0423}"/>
              </a:ext>
            </a:extLst>
          </p:cNvPr>
          <p:cNvCxnSpPr>
            <a:stCxn id="10" idx="3"/>
            <a:endCxn id="9" idx="3"/>
          </p:cNvCxnSpPr>
          <p:nvPr/>
        </p:nvCxnSpPr>
        <p:spPr>
          <a:xfrm>
            <a:off x="11939874" y="1680210"/>
            <a:ext cx="1" cy="2462392"/>
          </a:xfrm>
          <a:prstGeom prst="bentConnector3">
            <a:avLst>
              <a:gd name="adj1" fmla="val 214748364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281AEF18-2128-DFBA-23EB-F574E880AF1B}"/>
              </a:ext>
            </a:extLst>
          </p:cNvPr>
          <p:cNvCxnSpPr>
            <a:cxnSpLocks/>
            <a:stCxn id="1036" idx="3"/>
          </p:cNvCxnSpPr>
          <p:nvPr/>
        </p:nvCxnSpPr>
        <p:spPr>
          <a:xfrm flipV="1">
            <a:off x="9738510" y="2534496"/>
            <a:ext cx="956878" cy="8725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DA932C55-51F0-EE9C-408D-4E29E953A2FF}"/>
              </a:ext>
            </a:extLst>
          </p:cNvPr>
          <p:cNvSpPr/>
          <p:nvPr/>
        </p:nvSpPr>
        <p:spPr>
          <a:xfrm>
            <a:off x="11778058" y="1222392"/>
            <a:ext cx="135831" cy="101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F43DCE22-9670-C180-9326-C22E0F724E89}"/>
              </a:ext>
            </a:extLst>
          </p:cNvPr>
          <p:cNvCxnSpPr>
            <a:cxnSpLocks/>
            <a:endCxn id="2" idx="3"/>
          </p:cNvCxnSpPr>
          <p:nvPr/>
        </p:nvCxnSpPr>
        <p:spPr>
          <a:xfrm rot="5400000" flipH="1" flipV="1">
            <a:off x="10672336" y="1315503"/>
            <a:ext cx="1238621" cy="1192516"/>
          </a:xfrm>
          <a:prstGeom prst="bentConnector4">
            <a:avLst>
              <a:gd name="adj1" fmla="val -242"/>
              <a:gd name="adj2" fmla="val 11917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2E0B9F83-5B90-A83A-94CC-229F2B9B453B}"/>
              </a:ext>
            </a:extLst>
          </p:cNvPr>
          <p:cNvSpPr txBox="1"/>
          <p:nvPr/>
        </p:nvSpPr>
        <p:spPr>
          <a:xfrm>
            <a:off x="9590725" y="2756982"/>
            <a:ext cx="526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N:M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3D0275D1-9DE7-E3FF-10EB-2D4312C5830C}"/>
              </a:ext>
            </a:extLst>
          </p:cNvPr>
          <p:cNvSpPr txBox="1"/>
          <p:nvPr/>
        </p:nvSpPr>
        <p:spPr>
          <a:xfrm>
            <a:off x="10667364" y="2256801"/>
            <a:ext cx="526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N:M</a:t>
            </a:r>
          </a:p>
        </p:txBody>
      </p:sp>
      <p:sp>
        <p:nvSpPr>
          <p:cNvPr id="1024" name="Textfeld 1023">
            <a:extLst>
              <a:ext uri="{FF2B5EF4-FFF2-40B4-BE49-F238E27FC236}">
                <a16:creationId xmlns:a16="http://schemas.microsoft.com/office/drawing/2014/main" id="{FA123C84-FB4A-5FD5-011D-88D4B2ECBBC6}"/>
              </a:ext>
            </a:extLst>
          </p:cNvPr>
          <p:cNvSpPr txBox="1"/>
          <p:nvPr/>
        </p:nvSpPr>
        <p:spPr>
          <a:xfrm>
            <a:off x="11514760" y="2592315"/>
            <a:ext cx="526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1:M</a:t>
            </a:r>
          </a:p>
        </p:txBody>
      </p:sp>
    </p:spTree>
    <p:extLst>
      <p:ext uri="{BB962C8B-B14F-4D97-AF65-F5344CB8AC3E}">
        <p14:creationId xmlns:p14="http://schemas.microsoft.com/office/powerpoint/2010/main" val="155664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F938-3646-D6DF-1F0F-2F257E14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feld 1064">
            <a:extLst>
              <a:ext uri="{FF2B5EF4-FFF2-40B4-BE49-F238E27FC236}">
                <a16:creationId xmlns:a16="http://schemas.microsoft.com/office/drawing/2014/main" id="{73F37896-30D2-DAF6-7FB9-0EC34A9E2A79}"/>
              </a:ext>
            </a:extLst>
          </p:cNvPr>
          <p:cNvSpPr txBox="1"/>
          <p:nvPr/>
        </p:nvSpPr>
        <p:spPr>
          <a:xfrm>
            <a:off x="738188" y="937718"/>
            <a:ext cx="37766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Component1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  <a:p>
            <a:r>
              <a:rPr lang="en-US" sz="1400" dirty="0" err="1"/>
              <a:t>Component_Type_From_Component</a:t>
            </a:r>
            <a:r>
              <a:rPr lang="en-US" sz="1400" dirty="0"/>
              <a:t>: Grid </a:t>
            </a:r>
          </a:p>
          <a:p>
            <a:r>
              <a:rPr lang="en-US" sz="1400" dirty="0" err="1"/>
              <a:t>Component_Order</a:t>
            </a:r>
            <a:r>
              <a:rPr lang="en-US" sz="1400" dirty="0"/>
              <a:t>: 0</a:t>
            </a:r>
          </a:p>
        </p:txBody>
      </p:sp>
      <p:sp>
        <p:nvSpPr>
          <p:cNvPr id="1046" name="Rechteck 1045">
            <a:extLst>
              <a:ext uri="{FF2B5EF4-FFF2-40B4-BE49-F238E27FC236}">
                <a16:creationId xmlns:a16="http://schemas.microsoft.com/office/drawing/2014/main" id="{1C2C072A-C90C-EBD9-D236-418C4823C71B}"/>
              </a:ext>
            </a:extLst>
          </p:cNvPr>
          <p:cNvSpPr/>
          <p:nvPr/>
        </p:nvSpPr>
        <p:spPr>
          <a:xfrm>
            <a:off x="518612" y="804588"/>
            <a:ext cx="3870508" cy="2256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hteck 1058">
            <a:extLst>
              <a:ext uri="{FF2B5EF4-FFF2-40B4-BE49-F238E27FC236}">
                <a16:creationId xmlns:a16="http://schemas.microsoft.com/office/drawing/2014/main" id="{332672E0-FFC7-00FC-F82F-BA7A7C42C65E}"/>
              </a:ext>
            </a:extLst>
          </p:cNvPr>
          <p:cNvSpPr/>
          <p:nvPr/>
        </p:nvSpPr>
        <p:spPr>
          <a:xfrm>
            <a:off x="751022" y="1314450"/>
            <a:ext cx="1523548" cy="1080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hteck 1059">
            <a:extLst>
              <a:ext uri="{FF2B5EF4-FFF2-40B4-BE49-F238E27FC236}">
                <a16:creationId xmlns:a16="http://schemas.microsoft.com/office/drawing/2014/main" id="{19709F44-302D-4656-10C4-A027983635C3}"/>
              </a:ext>
            </a:extLst>
          </p:cNvPr>
          <p:cNvSpPr/>
          <p:nvPr/>
        </p:nvSpPr>
        <p:spPr>
          <a:xfrm>
            <a:off x="2570071" y="1314449"/>
            <a:ext cx="1523548" cy="1080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Textfeld 1061">
            <a:extLst>
              <a:ext uri="{FF2B5EF4-FFF2-40B4-BE49-F238E27FC236}">
                <a16:creationId xmlns:a16="http://schemas.microsoft.com/office/drawing/2014/main" id="{62350CF5-87AF-2F5A-8EA3-77BB80AE507B}"/>
              </a:ext>
            </a:extLst>
          </p:cNvPr>
          <p:cNvSpPr txBox="1"/>
          <p:nvPr/>
        </p:nvSpPr>
        <p:spPr>
          <a:xfrm>
            <a:off x="751022" y="1671155"/>
            <a:ext cx="151379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Widget1</a:t>
            </a:r>
          </a:p>
          <a:p>
            <a:endParaRPr lang="en-US" sz="1400" dirty="0"/>
          </a:p>
          <a:p>
            <a:r>
              <a:rPr lang="en-US" sz="1400" dirty="0"/>
              <a:t>Priority:999</a:t>
            </a:r>
          </a:p>
        </p:txBody>
      </p:sp>
      <p:sp>
        <p:nvSpPr>
          <p:cNvPr id="1073" name="Textfeld 1072">
            <a:extLst>
              <a:ext uri="{FF2B5EF4-FFF2-40B4-BE49-F238E27FC236}">
                <a16:creationId xmlns:a16="http://schemas.microsoft.com/office/drawing/2014/main" id="{F81C1AAE-DFA3-9425-0AAA-474E4B91DB85}"/>
              </a:ext>
            </a:extLst>
          </p:cNvPr>
          <p:cNvSpPr txBox="1"/>
          <p:nvPr/>
        </p:nvSpPr>
        <p:spPr>
          <a:xfrm>
            <a:off x="2575560" y="1671155"/>
            <a:ext cx="151379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WidgetX</a:t>
            </a:r>
            <a:endParaRPr lang="en-US" b="1" dirty="0"/>
          </a:p>
          <a:p>
            <a:endParaRPr lang="en-US" sz="1400" dirty="0"/>
          </a:p>
          <a:p>
            <a:r>
              <a:rPr lang="en-US" sz="1400" dirty="0"/>
              <a:t>Priority:0</a:t>
            </a:r>
          </a:p>
        </p:txBody>
      </p:sp>
      <p:sp>
        <p:nvSpPr>
          <p:cNvPr id="1074" name="Textfeld 1073">
            <a:extLst>
              <a:ext uri="{FF2B5EF4-FFF2-40B4-BE49-F238E27FC236}">
                <a16:creationId xmlns:a16="http://schemas.microsoft.com/office/drawing/2014/main" id="{3F48A715-A5BD-826E-EFB1-03DC355A33A0}"/>
              </a:ext>
            </a:extLst>
          </p:cNvPr>
          <p:cNvSpPr txBox="1"/>
          <p:nvPr/>
        </p:nvSpPr>
        <p:spPr>
          <a:xfrm>
            <a:off x="2241960" y="1670262"/>
            <a:ext cx="343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75" name="Textfeld 1074">
            <a:extLst>
              <a:ext uri="{FF2B5EF4-FFF2-40B4-BE49-F238E27FC236}">
                <a16:creationId xmlns:a16="http://schemas.microsoft.com/office/drawing/2014/main" id="{DCC51E91-2667-EF7E-103B-761DDB77A299}"/>
              </a:ext>
            </a:extLst>
          </p:cNvPr>
          <p:cNvSpPr txBox="1"/>
          <p:nvPr/>
        </p:nvSpPr>
        <p:spPr>
          <a:xfrm>
            <a:off x="738188" y="3939320"/>
            <a:ext cx="37766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ComponentX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  <a:p>
            <a:r>
              <a:rPr lang="en-US" sz="1400" dirty="0" err="1"/>
              <a:t>Component_Type_From_Component</a:t>
            </a:r>
            <a:r>
              <a:rPr lang="en-US" sz="1400" dirty="0"/>
              <a:t>: Grid </a:t>
            </a:r>
          </a:p>
          <a:p>
            <a:r>
              <a:rPr lang="en-US" sz="1400" dirty="0" err="1"/>
              <a:t>Component_Order</a:t>
            </a:r>
            <a:r>
              <a:rPr lang="en-US" sz="1400" dirty="0"/>
              <a:t>: X</a:t>
            </a:r>
          </a:p>
        </p:txBody>
      </p:sp>
      <p:sp>
        <p:nvSpPr>
          <p:cNvPr id="1076" name="Rechteck 1075">
            <a:extLst>
              <a:ext uri="{FF2B5EF4-FFF2-40B4-BE49-F238E27FC236}">
                <a16:creationId xmlns:a16="http://schemas.microsoft.com/office/drawing/2014/main" id="{3F7FBD01-7DE7-EADC-C314-5D9CCECB7984}"/>
              </a:ext>
            </a:extLst>
          </p:cNvPr>
          <p:cNvSpPr/>
          <p:nvPr/>
        </p:nvSpPr>
        <p:spPr>
          <a:xfrm>
            <a:off x="518612" y="3806190"/>
            <a:ext cx="3870508" cy="2256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Rechteck 1076">
            <a:extLst>
              <a:ext uri="{FF2B5EF4-FFF2-40B4-BE49-F238E27FC236}">
                <a16:creationId xmlns:a16="http://schemas.microsoft.com/office/drawing/2014/main" id="{80E8B75E-E65F-46C9-9AA0-0C47B0597C3D}"/>
              </a:ext>
            </a:extLst>
          </p:cNvPr>
          <p:cNvSpPr/>
          <p:nvPr/>
        </p:nvSpPr>
        <p:spPr>
          <a:xfrm>
            <a:off x="751022" y="4316052"/>
            <a:ext cx="1523548" cy="1080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hteck 1077">
            <a:extLst>
              <a:ext uri="{FF2B5EF4-FFF2-40B4-BE49-F238E27FC236}">
                <a16:creationId xmlns:a16="http://schemas.microsoft.com/office/drawing/2014/main" id="{BFC0E96B-2373-048B-3E47-233FFE18E625}"/>
              </a:ext>
            </a:extLst>
          </p:cNvPr>
          <p:cNvSpPr/>
          <p:nvPr/>
        </p:nvSpPr>
        <p:spPr>
          <a:xfrm>
            <a:off x="2570071" y="4316051"/>
            <a:ext cx="1523548" cy="1080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Textfeld 1078">
            <a:extLst>
              <a:ext uri="{FF2B5EF4-FFF2-40B4-BE49-F238E27FC236}">
                <a16:creationId xmlns:a16="http://schemas.microsoft.com/office/drawing/2014/main" id="{86C28FC5-8726-1C0E-452D-F6A69B8F9FC9}"/>
              </a:ext>
            </a:extLst>
          </p:cNvPr>
          <p:cNvSpPr txBox="1"/>
          <p:nvPr/>
        </p:nvSpPr>
        <p:spPr>
          <a:xfrm>
            <a:off x="751022" y="4672757"/>
            <a:ext cx="151379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Widget1</a:t>
            </a:r>
          </a:p>
          <a:p>
            <a:endParaRPr lang="en-US" sz="1400" dirty="0"/>
          </a:p>
          <a:p>
            <a:r>
              <a:rPr lang="en-US" sz="1400" dirty="0"/>
              <a:t>Priority:999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96A59853-E4A7-FCF6-FA4F-ABB41295F21F}"/>
              </a:ext>
            </a:extLst>
          </p:cNvPr>
          <p:cNvSpPr txBox="1"/>
          <p:nvPr/>
        </p:nvSpPr>
        <p:spPr>
          <a:xfrm>
            <a:off x="2575560" y="4672757"/>
            <a:ext cx="151379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WidgetX</a:t>
            </a:r>
            <a:endParaRPr lang="en-US" b="1" dirty="0"/>
          </a:p>
          <a:p>
            <a:endParaRPr lang="en-US" sz="1400" dirty="0"/>
          </a:p>
          <a:p>
            <a:r>
              <a:rPr lang="en-US" sz="1400" dirty="0"/>
              <a:t>Priority:0</a:t>
            </a:r>
          </a:p>
        </p:txBody>
      </p:sp>
      <p:sp>
        <p:nvSpPr>
          <p:cNvPr id="1081" name="Textfeld 1080">
            <a:extLst>
              <a:ext uri="{FF2B5EF4-FFF2-40B4-BE49-F238E27FC236}">
                <a16:creationId xmlns:a16="http://schemas.microsoft.com/office/drawing/2014/main" id="{84C8BD7F-2FCE-9E37-8AB1-AD2F2F8DEB92}"/>
              </a:ext>
            </a:extLst>
          </p:cNvPr>
          <p:cNvSpPr txBox="1"/>
          <p:nvPr/>
        </p:nvSpPr>
        <p:spPr>
          <a:xfrm>
            <a:off x="2241960" y="4671864"/>
            <a:ext cx="343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82" name="Textfeld 1081">
            <a:extLst>
              <a:ext uri="{FF2B5EF4-FFF2-40B4-BE49-F238E27FC236}">
                <a16:creationId xmlns:a16="http://schemas.microsoft.com/office/drawing/2014/main" id="{E86D6F16-4955-FB15-7751-2C7BFD9A7437}"/>
              </a:ext>
            </a:extLst>
          </p:cNvPr>
          <p:cNvSpPr txBox="1"/>
          <p:nvPr/>
        </p:nvSpPr>
        <p:spPr>
          <a:xfrm>
            <a:off x="2241960" y="3171711"/>
            <a:ext cx="343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83" name="Textfeld 1082">
            <a:extLst>
              <a:ext uri="{FF2B5EF4-FFF2-40B4-BE49-F238E27FC236}">
                <a16:creationId xmlns:a16="http://schemas.microsoft.com/office/drawing/2014/main" id="{02988B5E-5D8D-4693-4100-81A738A2CCC7}"/>
              </a:ext>
            </a:extLst>
          </p:cNvPr>
          <p:cNvSpPr txBox="1"/>
          <p:nvPr/>
        </p:nvSpPr>
        <p:spPr>
          <a:xfrm>
            <a:off x="386239" y="347716"/>
            <a:ext cx="3776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Layout</a:t>
            </a:r>
          </a:p>
        </p:txBody>
      </p:sp>
      <p:sp>
        <p:nvSpPr>
          <p:cNvPr id="1084" name="Rechteck 1083">
            <a:extLst>
              <a:ext uri="{FF2B5EF4-FFF2-40B4-BE49-F238E27FC236}">
                <a16:creationId xmlns:a16="http://schemas.microsoft.com/office/drawing/2014/main" id="{C3E6CFEB-0A2B-1D81-4863-D06FDB8AB70A}"/>
              </a:ext>
            </a:extLst>
          </p:cNvPr>
          <p:cNvSpPr/>
          <p:nvPr/>
        </p:nvSpPr>
        <p:spPr>
          <a:xfrm>
            <a:off x="166662" y="214586"/>
            <a:ext cx="4553927" cy="6295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6" name="Grafik 1085">
            <a:extLst>
              <a:ext uri="{FF2B5EF4-FFF2-40B4-BE49-F238E27FC236}">
                <a16:creationId xmlns:a16="http://schemas.microsoft.com/office/drawing/2014/main" id="{15F3753C-00B0-49DC-6A98-D1D8A4D9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591" y="228677"/>
            <a:ext cx="3407365" cy="2832699"/>
          </a:xfrm>
          <a:prstGeom prst="rect">
            <a:avLst/>
          </a:prstGeom>
        </p:spPr>
      </p:pic>
      <p:pic>
        <p:nvPicPr>
          <p:cNvPr id="1088" name="Grafik 1087">
            <a:extLst>
              <a:ext uri="{FF2B5EF4-FFF2-40B4-BE49-F238E27FC236}">
                <a16:creationId xmlns:a16="http://schemas.microsoft.com/office/drawing/2014/main" id="{945EE15D-BCC4-DE78-38F1-B2766550F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83" y="3147921"/>
            <a:ext cx="3433449" cy="17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21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Breitbild</PresentationFormat>
  <Paragraphs>77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Korn</dc:creator>
  <cp:lastModifiedBy>Florian Korn</cp:lastModifiedBy>
  <cp:revision>5</cp:revision>
  <dcterms:created xsi:type="dcterms:W3CDTF">2025-12-24T11:19:38Z</dcterms:created>
  <dcterms:modified xsi:type="dcterms:W3CDTF">2025-12-25T09:54:04Z</dcterms:modified>
</cp:coreProperties>
</file>